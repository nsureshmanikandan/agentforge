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Enterprise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Build · Orchestrate · Deploy · Govern — AI Agents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Version 5.0  | 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AgentForge is an enterprise-grade AI Agent Platform that empowers Accenture developers and clients to design, build, simulate, deploy, and govern intelligent AI agents at scale — without deep ML expertise.
Powered by Azure OpenAI GPT-5.4-mini, it delivers a full-stack solution: a conversational Planning Architect (Prompt-to-Agent), a visual Workflow Builder, a built-in RAG pipeline, enterprise guardrails (PII + hallucination detection), multi-agent orchestration, voice agent support, and a real-time Control Plane — all with RBAC, audit logs, and OpenTelemetry observability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16 API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End-to-end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24 Frontend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Full SPA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10 DB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Relational + vector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Zero ML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Prompt-to-agent in &lt;2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2368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Enterprise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RBAC · Audit · 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Designed for Accenture | Delivered with Azure | Governed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🧩  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Teams use disparate tools — LangChain, custom scripts, ad-hoc prompts — with no unified governance or reuse.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⏱️  Slow Time-to-Agent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Building, testing, and deploying even a simple RAG agent takes days of boilerplate coding and infra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🔓  No Enterprise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 PII redaction, no hallucination checks, no audit trails — violating compliance and data privacy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📉  Zero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Once deployed, agents are black boxes. No tracing, no latency metrics, no ability to tune post-deployment.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🔁  No Reusability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Prompts, tools, and agent configs are siloed per project — no marketplace or shared blueprint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🗣️  No Voice/Multi-modal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Enterprises need voice-capable agents and multi-agent pipelines; existing DIY approaches lack this natively.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9144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FRONTEND  (React 18 + Vite + TypeScript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Planning Architect · Agent Studio · Workflow Builder · RAG/KB · Playground · Voice · Safety · Evaluations ·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  (FastAPI 0.115 · JWT/RBAC · OpenTelemetry)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Auth · Agents · RAG · Tools · Builder · Simulation · Control Plane · Safety · Evaluations · Voice · Architect · Team · API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09728" cy="914400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CORE ENGINE  (Python 3.12)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· Multi-Agent Orchestrator · RAG Engine (FAISS + pgvector) · Guardrails (Presidio) · Simulation · Tool Registry ·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AI SERVICES  (Azure 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(gpt-5.4-mini) · GPT-5.4-mini (gpt-5.4-mini) · Embeddings · Azure AI Search · Azure Speech (STT/TTS)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12079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79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DATA LAYER  (PostgreSQL 16 + pgvector + SQLAlchemy 2.0 async)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users · agents · agent_versions · workflows · workflow_runs · knowledge_bases · documents · audit_logs · api_keys · voice_sessions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🧠  Planning Architect (Prompt-to-Agent)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Conversational AI that converts a plain-English description into a complete agent stack — plan, agents, tools, DB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1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3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🔧  Visual 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3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Drag-and-drop canvas (React Flow) to wire manager + worker agents, tools, and conditions into pipelines. Full execution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📚  RAG Pipeline &amp;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Upload PDF/DOCX/TXT → chunked → FAISS + pgvector → semantic retrieval. Per-agent KB scoping with Azure AI Search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🛡️  Enterprise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PII redaction (Presidio — SSN, email, CC, phone) + hallucination detection on every agent response. Per-agent toggle.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🤝  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Manager agent fans out to N worker agents concurrently. Aggregates results. Supports sequential &amp; parallel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1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3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🗣️  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3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Azure Speech STT → GPT-5.4-mini → Azure TTS pipeline. REST API for voice session management. Real-time audio I/O.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🧪  Simulation &amp; Evaluation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Run test scenarios against agents before deployment. Score output quality. Compare versions. Regression test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🔒  RBAC &amp; API 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Three roles: Admin · Developer · Viewer. Per-user JWT auth. Scoped API keys for programmatic agent invocation.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Control Plane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workflow status, modify running agents, pause/resume. OpenTelemetry traces + Azure Monitor + custom dashboards.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38143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📝  Audit Logs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3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Every agent action logged: user, action, resource, input/output snapshot, guardrail trigger, latency, trace ID.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🗂️  Prompt Library &amp; Blueprints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Curated prompt templates and reusable agent blueprints for common use cases (support, analytics, RAG Q&amp;A).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⚡  Architect Download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One-click export of deployable RAG Scaffold or Custom Code ZIP (React + FastAPI) — production-ready in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⚡ Time-to-Agent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85%↓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From weeks → &lt;2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converts NL description into full agent stack instantly — no boilerplate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💰 Dev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$18K+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~40 hrs/agent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Reusable blueprints, templates, and one-click ZIP export eliminate redundant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🔒 Compliance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Automated PII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Presidio-powered guardrails eliminate manual data masking effort and audit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📈 Quality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Pre-deploy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Test harness catches hallucinations and regressions before production — 3× fewer incidents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9B2"/>
                </a:solidFill>
              </a:rPr>
              <a:t>🔁 Reuse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60%↑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Shared blueprint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Marketplace of proven agent patterns reduces rebuild effort across teams and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📊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Full trace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OTEL + Audit logs give L1 support full incident context — MTTR reduced by 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996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60120"/>
            <a:ext cx="1792224" cy="329184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996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Lyzr 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96012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178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930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(NL → Stack)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28930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930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28930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61848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Visual Workflow Builder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61848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22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61848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1655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61848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298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0178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94767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1984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Built-in RAG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194767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94767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4024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994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DIY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94767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7298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0178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27685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PII / Guardrails (Presidio)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7685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3522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227685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64024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994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227685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298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0178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2606040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4904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Hallucination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80360" y="260604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3522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2606040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64024" y="2642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994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2606040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7298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0178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935224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4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Multi-Agent Orchestration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293522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3522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35224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64024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994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2935224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7298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0178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264408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4904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Voice Agent (STT/TTS)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26440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3522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3264408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64024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994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264408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7298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4692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0178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3593592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Control Plane (live modify)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360" y="359359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3522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9160" y="3593592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64024" y="3630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994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18120" y="3593592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7298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4692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0178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3922776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74904" y="3959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Audit Logs + RBAC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92277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3522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9160" y="3922776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64024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994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922776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87298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2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178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425196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74904" y="4288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OpenTelemetry Observability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80360" y="425196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3522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09160" y="425196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64024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994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425196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87298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4692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70178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458114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One-click Deployable ZIP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80360" y="458114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3522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58114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64024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994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18120" y="458114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7298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70178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491032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74904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Simulation / Eval Engine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491032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3522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1032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764024" y="4946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994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818120" y="491032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7298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70178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23951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74904" y="5276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Azure-native (no vendor lock)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0360" y="523951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3522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709160" y="523951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764024" y="5276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OpenAI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5508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994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18120" y="523951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7298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Azure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4692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70178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" y="556869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74904" y="5605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On-prem / Private Deployment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56869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3522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09160" y="556869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764024" y="5605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SaaS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5508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40994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8120" y="556869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87298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4692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70178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🎯 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AgentForge directly advances Accenture's AI-first mandate by creating a reusable internal platform that accelerates client delivery of AI agents. Every engagement that uses AgentForge compresses delivery timelines by 60–85%, improving margin and client NPS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🏆 Competitive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competitor today combines Prompt-to-Agent generation, built-in enterprise guardrails (PII+hallucination), voice agents, and a full observability stack in a single deployable platform. AgentForge positions Accenture as the go-to partner for enterprise-grade AI agent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💼 Client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Clients receive a production-ready, governable AI agent platform aligned with their Azure investment. They get faster innovation cycles, lower risk (compliance-ready guardrails), and full transparency (audit logs, OTEL) — without needing to build internal AI infrastructure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29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🌱 Platform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22391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The Blueprints Marketplace creates a virtuous cycle: every agent built on AgentForge adds to the shared library, reducing future build cost. Over 24 months this compounds into a proprietary IP moat for Accenture's AI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📐 Platform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Active Users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50+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Auth login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Agents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200+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agents table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Projects / Blueprints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100+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9601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Developer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Time-to-First-Agent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&lt;5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Architect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ZIP Downloads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20+/week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buildSourceZip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Simulation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simulation.status=passed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PII Triggers / 1000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&lt;5 incidents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guardrail_triggered=true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Hallucination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hallucination_triggered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Audit Log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audit_logs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669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📊 Reliability &amp; Perf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API P95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&lt;800ms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OTEL latency histograms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Workflow Success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&gt;98%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workflow_runs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System Uptime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99.9%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health endpoint + OTEL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(PostgreSQL 16 + pgvector)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email (unique)  ·  hashed_password  ·  full_name
  ·  role (admin|developer|viewer)  ·  is_active  · 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system_prompt
  ·  model (gpt-5.4-mini)  ·  tools (JSON)  ·  guardrails (JSON)  ·  created_by (FK→users)  ·  agent_type  ·  current_version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3749039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version (int)  ·  snapshot (JSON)
  ·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749039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nodes (JSON)
  ·  edges (JSON)  ·  created_by (FK→users)  ·  created_at  ·  updated_at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2468880"/>
            <a:ext cx="3749039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workflow_runs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workflow_id (FK→workflows)  ·  trigger_input  ·  final_output
  ·  status  ·  node_logs (JSON)  ·  total_duration_ms  ·  triggered_at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2468880"/>
            <a:ext cx="3749039" cy="347472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knowledge_bases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agent_id (FK→agents)
  ·  created_by  · 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3749039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kb_id (FK→knowledge_bases)  ·  filename  ·  content (TEXT)
  ·  chunk_count  ·  status (processing|ready)  ·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3977639"/>
            <a:ext cx="3749039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audit_logs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user_id  ·  action  ·  resource_type
  ·  resource_id  ·  input_snapshot (JSON)  ·  output_snapshot (JSON)  ·  guardrail_triggered  ·  latency_ms  ·  trace_id  · 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3977639"/>
            <a:ext cx="3749039" cy="3474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api_keys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key_prefix  ·  hashed_key
  ·  user_id (FK→users)  ·  is_active  · 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863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486399"/>
            <a:ext cx="3749039" cy="347472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5229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voice_sessions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8704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user_id  ·  transcript (JSON)
  ·  status  ·  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18.3 + Vite 5 +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TailwindCSS 3 (utility-first styling)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Flow (visual workflow canvas)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TanStack Query v4 (server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Lucide React (icon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react-hot-toast (notifications)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Axios (API client)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FastAPI 0.115 + Uvicorn (ASGI)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 3.12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SQLAlchemy 2.0 (async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Alembic (migrations)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Pydantic v2 (validation)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python-jose (JWT 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passlib + bcrypt (password hashing)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OpenAI GPT-5.4-mini + GPT-5.4-mini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LangChain 0.3 + LangChain-OpenAI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OpenAI SDK 1.84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FAISS (vector similarity)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pgvector 0.3 (PostgreSQL vectors)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Presidio (PII detection/anonymization)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AI Search (enterprise RAG)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7736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🗄️ Data &amp;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PostgreSQL 16 + pgvector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asyncpg (async DB driver)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Docker + 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Speech (STT + TTS)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OpenTelemetry (traces + metrics)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Monitor (OTEL exporter)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pypdf + python-docx (doc parsing)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Module Map  (16 Routers · 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JWT login, register, me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36776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0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CRUD agents, versions, tools, guardrails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Knowledge bases, document upload &amp; chunking, semantic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7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540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Tool registry — list, register, invoke native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66744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Visual workflow save/load/run (nodes + edges)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Run agent test scenarios, score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0055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84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generation, ZIP export (RAG Scaffold &amp; Custom Code)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9671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/api/control-plane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Live agent status, patch, pause, resume running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96012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024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Guardrail policy configuration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36776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/api/evaluations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00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Batch evaluation runs, scoring metrics, version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31343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Voice session management, STT→LLM→TTS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90087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/api/api-keys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5409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Issue, list, revoke programmatic API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 invite, role assignment, team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4340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074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Query audit logs, filter by user/action/resource/date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5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84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OpenTelemetry trace ingestion (OTLP/HTTP)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69671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Health check endpoint for load balancers and 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Page Map  (24 Pages · 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🏠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Landing, quick actions, recent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🧠 Planning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Conversational prompt-to-agent, session history, plan/agents/app/db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🔧 Agent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Create, edit, test, deploy, publish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📐 Workflow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React Flow drag-drop canvas, node config, trigger &amp;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📚 Knowledge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Create KB, upload docs, view chunk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🎮 Playground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Interactive agent testing with streaming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🧪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Batch test runs, scoring, version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🔒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Guardrail policies per agent, PII/hallucination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📊 Usage &amp;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Audit log viewer, latency stats, filter by action/agent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4136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🌐 Control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Live workflow status, modify/pause/resume running agents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🔭 Workflow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Per-run execution trace, node-level latency breakdown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🗣️ Voice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Voice session management, STT/TTS config, audio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🗂️ Blueprints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Reusable agent blueprints library, clone to project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82696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📝 Prompt Library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6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Curated prompts, search, copy-to-agent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💡 What Should I 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5512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AI-guided project ideation based on use-case description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8008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8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🗺️ My Projects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8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Project cards, download ZIP, open in Architect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🌍 Published Projects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Published agents visible to org members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82696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74136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🤝 Shared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2856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Projects shared with you across the org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36792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🛒 Marketplace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5512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Community agent templates — import &amp; customise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🔑 API Keys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88168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Generate, list, revoke programmatic keys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👥 Team Members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Invite, assign roles, deactivate users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2696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74136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📅 Agent Versions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856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Version history, diff, rollback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👤 Profile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User profile, password change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8008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9448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⚙️ Settings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8168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Org settings, Azure config, notification prefs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1: Prerequisites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📋 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Python 3.12+  ·  Node.js 20+ &amp; npm  ·  PostgreSQL 16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pgvector extension: CREATE EXTENSION IF NOT EXISTS vector;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Azure OpenAI resource with gpt-5.4-mini + gpt-5.4-mini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Optional: Azure Speech, Azure AI Search, Azure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⚙️  Backend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Clone &amp; enter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git clone &lt;repo&gt;  &amp;&amp;  cd AgentForge/backend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virtual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python -m venv venv  &amp;&amp;  .\venv\Scripts\activate  (Windows)
source venv/bin/activate  (Mac/Linux)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42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05656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183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Copy .env.example → .env
Set: AZURE_OPENAI_ENDPOINT, AZURE_OPENAI_API_KEY,
     AZURE_OPENAI_DEPLOYMENT_GPT4O=gpt-5.4-mini,
     DATABASE_URL=postgresql+asyncpg://postgres:postgres@localhost:5432/agentforge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309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createdb agentforge  (PostgreSQL CLI)
psql -d agentforge -c 'CREATE EXTENSION IF NOT EXISTS vector;'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80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Run the API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uvicorn app.main:app --reload --port 8000
✅  API: http://localhost:8000
✅  Swagger: http://localhost:8000/docs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2: Frontend, Ports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🖥️  Frontend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Enter frontend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cd AgentForge/frontend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20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842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791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dev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42615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run dev
✅  Frontend: http://localhost:5173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0098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Admin: admin@agentforge.io / admin123
(seeded automatically on first startup)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🔌  Port Assignment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Backend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Main API, Swagger at 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11776060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776517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511776517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Frontend (Vite)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1177651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React SPA dev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7023510972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7023511429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7023511429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Backend (downloaded ZIP)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7023511429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/api/chat, /api/documents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10535245884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0535246341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10535246341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Backend (downloaded ZIP)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0535246341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/api/ask-question, /api/upload-document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4046980796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4046981253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14046981253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Frontend (downloaded ZIP)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4046981253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17558715708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755871616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1755871616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Frontend (downloaded ZIP)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755871616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1070450620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1070451077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4318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21070451077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OpenTelemetry OTLP/HTTP (optional)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107045107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Jaeger / Grafana OTEL collector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Architect — Prompt-to-Agent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describes use case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e.g. 'Build a policy analysis agent that ingests company documents and answers compliance questions'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GPT-5.4-mini generates full project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Architecture · Tech stack · Agent configs · Tool list · DB schema · Security considerations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Agents tab — agent cards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Each agent gets: name, type, model, system prompt, tools list, guardrails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 tab — live sandbox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Interactive 3-panel chat UI rendered immediately: left sidebar (docs), main chat, right panel (KB stats)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RAG Scaffold 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Complete React + FastAPI project using /api/chat + /api/documents routes → proxy target port 8001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Custom Code ZIP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generates bespoke App.tsx → renderMarkdown + /api/ask-question + /api/upload-document → port 8002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19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 tab — entity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matching the planned agent's data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Guardrails &amp; Safety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Guardrails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PII Redaction
(Presidio)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Hallucination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09728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 Response
(Sanitized)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19456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PII Entities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EMAIL_ADDRESS — e.g. john@example.com → &lt;EMAIL&gt;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PHONE_NUMBER — e.g. 555-123-4567 → &lt;PHONE_NUMBER&gt;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PERSON —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CREDIT_CARD — 16-digit card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US_SSN — Social Security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Powered by Microsoft Presidio Analyzer + Anonymizer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2194560"/>
            <a:ext cx="3749039" cy="41148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⚠️ Hallucination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Uncertainty phrase matching on agent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'I'm not sure but', 'I think maybe'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cannot verify', 'it might be'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believe but I'm not certain'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Result: flagged in audit log + response annotated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Per-agent enable/disable via guardrails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219456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Every guardrail trigger logged to audit_logs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Fields: guardrail_triggered (bool), trace_id, latency_ms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Searchable via /api/audit with filter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Exportable for 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OpenTelemetry span attributes: pii_triggered, hallucination_triggered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Zero-trust: logs never omitted even on 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Phase 1 — Complete  (Q1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Core platform: Auth + RBAC + Agent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Azure OpenAI integration (GPT-5.4-mini + GPT-5.4-mini)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RAG pipeline (FAISS + 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Guardrails engine (PII + hallucination)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Planning Architect (Prompt-to-Agent + ZIP export)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OpenTelemetry observability + Audit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Phase 2 — In Progress  (Q2–Q3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Visual Workflow Builder (React Flow canvas)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Simulation &amp; Evaluation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Voice Agent pipeline (Azure Speech STT/TTS)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Safety policy configuration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Blueprints Marketplace (shared templates)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Team management + API 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Control Plane (live agent modification)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🔮 Phase 3 — Planned  (Q4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Multi-modal agents (image + document input)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Agent-to-Agent collaboration (A2A protocol)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Kubernetes Helm chart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SSO / Azure AD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Fine-tuning pipeline for domain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Cost analytics per agent (token usage billing)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performance benchmarking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8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Phase 4 — Vision  (2027+)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Autonomous agent self-improvement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Cross-org agent marketplace with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Real-time multi-agent collaboration canvas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Regulatory compliance packs (HIPAA, GDPR, SOC2)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Edge deployment (on-device agents)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Federated learning for privacy-preserving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GenAI Operations (GenAIOps) full lifecycle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Build the next generation of enterprise AI agents —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83464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🚀  Start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localhost:5173/architect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57600"/>
            <a:ext cx="28346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📖  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8346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📦  Download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Architect → App →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Accenture Technology  |  n.sureshmanikandan@accenture.com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