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81" r:id="rId3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8.0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API GATEWAY  (FastAPI 0.115 · JWT/RBAC · OpenTelemetry)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97840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7614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27660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0032" y="27569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5491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00032" y="453999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79676" y="1280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6460" y="329184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86868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9" y="86868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399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86868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37744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59" y="237744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37744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388619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51959" y="388619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79" y="388619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19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9495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" y="539495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543153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77900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FastAPI 0.115 + Uvicorn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55448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44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922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922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922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556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50592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450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4505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14016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59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108959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10895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072383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67328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7673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67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307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87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5445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59028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9028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Complete React + FastAPI project using /api/chat + /api/documents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306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Team/API keys · Custom Code production-readiness hardening (tests, CI/CD, migrations, auth, SSRF)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 + Local LLM support (LM Studio, per-agent)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HTTP Request Node Now Has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_assert_ssrf_safe_url() now resolves the target hostname and blocks private/loopback/link-local/reserved/multicast IPs and the 169.254.169.254 cloud metadata endpoint before any outbound call fires — closing the gap flagged in the previous review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Alembic Is Now Wired Into Every Generated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Every downloaded project now scaffolds a real async-aware Alembic setup (alembic.ini, env.py, script.py.mako) instead of the ad-hoc ALTER TABLE fixes hit live last cycle — schema changes are tracked, not improvised.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Latest Platform Updates — Local LLM &amp; Model Flexibility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This pass added genuine local-model support end-to-end — architecture, agent config, and Playground UX — verified live against a running LM Studio server, not just unit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🖥️  Per-Feature LLM Override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 and Visual Builder can each run on Azure OpenAI or a local LM Studio model (ARCHITECT_LLM_PROVIDER / BUILDER_LLM_PROVIDER) — zero code changes, just env config.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🔀  Real Per-Agent 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Agent Studio's model dropdown now offers a genuine “Local Model” vs “Azure GPT-5.4-mini” choice per agent — replacing two fake labels the orchestrator silently ignored.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✨  AI-Suggested Example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Playground's new “Suggest” button generates a realistic example message tailored to an agent's own system prompt and tools — no more guessing what to type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🩺  Accurate Model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 new /active-model endpoint reflects the model an agent actually runs on, fixing a bug where Playground always showed a hardcoded “GPT-4o” label regardless of provider.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🔧  Five LM Studio Bugs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Blocking event loop, a race condition between auto-suggest and Run, system-role rejection by Mistral's chat template, unstructured JSON output, and an infinite question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Production-Readiness Hardening — Custom Code Export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🧪 Test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tests → auto-scaffolded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generated project now ships pytest + conftest + smoke tests automatically — previously zero test files were generated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🚀 CI/CD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GitHub Actions guaranteed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working ci.yml is now guaranteed in every downloaded ZIP, replacing a total absence of any CI/CD configuration in the prior generator.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🗄️ Real 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Ad-hoc → tracked Alembic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Replaces the manual ALTER TABLE fixes hit live last cycle with a real, tracked Alembic setup wired into every generated backend.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🔐 Auth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4/10→8/10 · rate limit + SSRF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Default JWT auth (bcrypt + python-jose) when SSO isn't requested, slowapi rate limiting, and an SSRF guard on every outbound HTTP call.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📡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OTel now actually 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Telemetry setup was generated but never called in the prior version; default exporter switched from silently-no-op Jaeger to zero-config console.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🛡️ 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retry + global handler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startup DB connection retry loop and a global exception handler replace unhandled crashes on transient Postgres downtime.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 Code Export — Feature &amp; Production-Readiness Score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Custom Code download is Architect's bespoke React + FastAPI export — this section covers what it is and how its production-readiness score moved from 55 to 89 out of 100 across four focused hardening passes this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📦  Custom Code Export,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One-click download of a bespoke React + FastAPI app generated from your agent plan — distinct from the RAG Scaffold, tailored to your exact use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1️⃣  Baseline Audit — 55/100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Initial production-readiness score: no default authentication, zero tests, no CI/CD pipeline, no real database migrations, and weak observability/resilience wiring.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2⃣  Tests, CI/CD &amp; Migrations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Auto-scaffolded pytest suite, a guaranteed GitHub Actions ci.yml, and a real async-aware Alembic setup closed the three biggest structural gaps.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3⃣  Auth &amp; Security Hardening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Default JWT auth (bcrypt + python-jose) when SSO isn't requested, slowapi rate limiting, and an SSRF guard on outbound HTTP calls closed the remaining security gap.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4⃣  Observability &amp;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Guaranteed OpenTelemetry wiring plus a startup DB retry loop and global exception handler pushed both dimensions from 6/10 to 8/10, reaching today's 89/100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Templates &amp; Auto-Build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29</a:t>
            </a:r>
          </a:p>
        </p:txBody>
      </p:sp>
      <p:pic>
        <p:nvPicPr>
          <p:cNvPr id="6" name="Picture 5" descr="02_builder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3_builder_auto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Templates — pick from 40+ ready-made multi-agent pipelines across 10 categories (Architecture, Sales &amp; Marketing, Customer Support, and more) and load one straight onto the canvas.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Auto-Build — describe your pipeline in plain English (“A customer support pipeline that classifies queries, routes to the right responder...”) and GPT-5.4-mini generates a 3–6 role-typed node graph automatically.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Configure, Export &amp;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30</a:t>
            </a:r>
          </a:p>
        </p:txBody>
      </p:sp>
      <p:pic>
        <p:nvPicPr>
          <p:cNvPr id="6" name="Picture 5" descr="04_builder_agent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5_builder_export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Configure — click any node to set its Role, System Prompt, Model (Local Model or Azure GPT-5.4-mini, per agent), Tools, and always-on Guardrails, then Save Agent.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Export / Import — Export Code generates a faithful Python script with the same execution logic as the live engine; Export JSON / Import JSON give a lossless, round-trippable workflow backup.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Run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31</a:t>
            </a:r>
          </a:p>
        </p:txBody>
      </p:sp>
      <p:pic>
        <p:nvPicPr>
          <p:cNvPr id="6" name="Picture 5" descr="06_builder_run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Run — click Run, and an AI-suggested realistic example input is generated automatically; edit it or keep it, then Execute &amp; Save Trace to watch each node pulse green while running and stay green when done.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Deploy — publish the workflow as a live, callable endpoint once you're happy with a run's trace in Workflow Runs / Observability.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Architect, Agent Studio &amp;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32</a:t>
            </a:r>
          </a:p>
        </p:txBody>
      </p:sp>
      <p:pic>
        <p:nvPicPr>
          <p:cNvPr id="7" name="Picture 6" descr="08_agent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6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CBD5E1"/>
                </a:solidFill>
              </a:rPr>
              <a:t>① Home — landing page with quick actions and recent activity; the fastest way back into any agent, project, or workflow you were last working on. 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CBD5E1"/>
                </a:solidFill>
              </a:rPr>
              <a:t>② Agent Studio — every saved agent lives here: Edit, Test, Deploy, Publish, or ask it something directly. Playground gives each agent its own chat with a one-click “Suggest” example-input button.</a:t>
            </a:r>
          </a:p>
        </p:txBody>
      </p:sp>
      <p:pic>
        <p:nvPicPr>
          <p:cNvPr id="10" name="Picture 9" descr="11_home.png">
            <a:extLst>
              <a:ext uri="{FF2B5EF4-FFF2-40B4-BE49-F238E27FC236}">
                <a16:creationId xmlns:a16="http://schemas.microsoft.com/office/drawing/2014/main" id="{961B9171-039C-BA53-D873-0BDC693AF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Playground — Test Any Agent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Open any agent's Playground to see its System Prompt, Guardrails, Tools, and the exact Model it runs on (accurately resolved per agent — Local Model or Azure GPT-5.4-mini, not a stale label).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Click Suggest for an AI-generated realistic example message tailored to that agent, or type your own — then Send to test it live and watch Session Stats (Total Runs, Avg ms) update.</a:t>
            </a:r>
          </a:p>
        </p:txBody>
      </p:sp>
      <p:pic>
        <p:nvPicPr>
          <p:cNvPr id="8" name="Picture 7" descr="10_playground_sug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How To Use: </a:t>
            </a:r>
            <a:r>
              <a:rPr lang="en-US" sz="2600" b="1" dirty="0">
                <a:solidFill>
                  <a:srgbClr val="FFFFFF"/>
                </a:solidFill>
              </a:rPr>
              <a:t>Architect</a:t>
            </a:r>
            <a:r>
              <a:rPr sz="2600" b="1" dirty="0">
                <a:solidFill>
                  <a:srgbClr val="FFFFFF"/>
                </a:solidFill>
              </a:rPr>
              <a:t> &amp; Prompt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34</a:t>
            </a:r>
          </a:p>
        </p:txBody>
      </p:sp>
      <p:pic>
        <p:nvPicPr>
          <p:cNvPr id="7" name="Picture 6" descr="12_prompt_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CBD5E1"/>
                </a:solidFill>
              </a:rPr>
              <a:t>① Architect — describe what you want to build in plain English; it asks clarifying questions, then generates a full Plan / Agents / App / Database, downloadable as a RAG Scaffold or Custom Code ZIP.</a:t>
            </a:r>
          </a:p>
          <a:p>
            <a:pPr>
              <a:spcAft>
                <a:spcPts val="400"/>
              </a:spcAft>
            </a:pPr>
            <a:endParaRPr sz="1100" dirty="0">
              <a:solidFill>
                <a:srgbClr val="CBD5E1"/>
              </a:solidFill>
            </a:endParaRP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CBD5E1"/>
                </a:solidFill>
              </a:rPr>
              <a:t>② Prompt Library — 46+ curated multi-agent prompts across 10 domains (Support, Sales, Legal, HR, Data, and more); search, preview, and copy straight into Architect or Agent Studio.</a:t>
            </a:r>
          </a:p>
        </p:txBody>
      </p:sp>
      <p:pic>
        <p:nvPicPr>
          <p:cNvPr id="10" name="Picture 9" descr="07_architect.png">
            <a:extLst>
              <a:ext uri="{FF2B5EF4-FFF2-40B4-BE49-F238E27FC236}">
                <a16:creationId xmlns:a16="http://schemas.microsoft.com/office/drawing/2014/main" id="{A6EA2B05-A44A-923C-6A12-9B1083B34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Control Plane &amp; Audit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35</a:t>
            </a:r>
          </a:p>
        </p:txBody>
      </p:sp>
      <p:pic>
        <p:nvPicPr>
          <p:cNvPr id="6" name="Picture 5" descr="13_control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14_usage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Control Plane — live platform health: active agents, runs, guardrail triggers, and average latency in one dashboard, refreshed in real time.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Usage &amp; Traceability — full audit-log viewer: every agent action with user, resource, input/output snapshot, guardrail trigger, latency, and trace ID, filterable by action/agent/date.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Workflow Observability — Tracing &amp;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36</a:t>
            </a:r>
          </a:p>
        </p:txBody>
      </p:sp>
      <p:pic>
        <p:nvPicPr>
          <p:cNvPr id="6" name="Picture 5" descr="15_workflow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51560"/>
            <a:ext cx="8686800" cy="48863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Every workflow run is logged here with per-node execution trace, total duration, and final status — including an “Awaiting Approval” count with a direct “Review →” link for paused runs.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Backed by real OpenTelemetry spans on every LLM call, so a slow or failed run can be traced back to the exact node, prompt, and latency that caused it — not a black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6967</Words>
  <Application>Microsoft Office PowerPoint</Application>
  <PresentationFormat>Custom</PresentationFormat>
  <Paragraphs>754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Natarajan, Suresh Manikandan</dc:creator>
  <cp:keywords/>
  <dc:description>generated using python-pptx</dc:description>
  <cp:lastModifiedBy>Natarajan, Suresh Manikandan</cp:lastModifiedBy>
  <cp:revision>11</cp:revision>
  <dcterms:created xsi:type="dcterms:W3CDTF">2013-01-27T09:14:16Z</dcterms:created>
  <dcterms:modified xsi:type="dcterms:W3CDTF">2026-07-20T15:36:21Z</dcterms:modified>
  <cp:category/>
</cp:coreProperties>
</file>