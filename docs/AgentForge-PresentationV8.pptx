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32"/>
    <p:sldId id="283" r:id="rId33"/>
    <p:sldId id="281" r:id="rId2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8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8.0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API GATEWAY  (FastAPI 0.115 · JWT/RBAC · OpenTelemetry)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0032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00032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9" y="96012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39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96012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46888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59" y="246888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46888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397763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51959" y="397763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79" y="397763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1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4863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" y="548639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55229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8704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FastAPI 0.115 + Uvicorn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6245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020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842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6791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42615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3375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3009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148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605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605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Complete React + FastAPI project using /api/chat + /api/documents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Team/API keys · Custom Code production-readiness hardening (tests, CI/CD, migrations, auth, SSRF)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 + Local LLM support (LM Studio, per-agent)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HTTP Request Node Now Has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_assert_ssrf_safe_url() now resolves the target hostname and blocks private/loopback/link-local/reserved/multicast IPs and the 169.254.169.254 cloud metadata endpoint before any outbound call fires — closing the gap flagged in the previous review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Alembic Is Now Wired Into Every Generated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Every downloaded project now scaffolds a real async-aware Alembic setup (alembic.ini, env.py, script.py.mako) instead of the ad-hoc ALTER TABLE fixes hit live last cycle — schema changes are tracked, not improvised.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Latest Platform Updates — Local LLM &amp; Model Flexibility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This pass added genuine local-model support end-to-end — architecture, agent config, and Playground UX — verified live against a running LM Studio server, not just unit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🖥️  Per-Feature LLM Override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 and Visual Builder can each run on Azure OpenAI or a local LM Studio model (ARCHITECT_LLM_PROVIDER / BUILDER_LLM_PROVIDER) — zero code changes, just env config.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🔀  Real Per-Agent 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Agent Studio's model dropdown now offers a genuine “Local Model” vs “Azure GPT-5.4-mini” choice per agent — replacing two fake labels the orchestrator silently ignored.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✨  AI-Suggested Example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Playground's new “Suggest” button generates a realistic example message tailored to an agent's own system prompt and tools — no more guessing what to type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🩺  Accurate Model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 new /active-model endpoint reflects the model an agent actually runs on, fixing a bug where Playground always showed a hardcoded “GPT-4o” label regardless of provider.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🔧  Five LM Studio Bugs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Blocking event loop, a race condition between auto-suggest and Run, system-role rejection by Mistral's chat template, unstructured JSON output, and an infinite question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Production-Readiness Hardening — Custom Code Export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🧪 Test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tests → auto-scaffolded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generated project now ships pytest + conftest + smoke tests automatically — previously zero test files were generated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🚀 CI/CD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GitHub Actions guaranteed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working ci.yml is now guaranteed in every downloaded ZIP, replacing a total absence of any CI/CD configuration in the prior generator.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🗄️ Real 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Ad-hoc → tracked Alembic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Replaces the manual ALTER TABLE fixes hit live last cycle with a real, tracked Alembic setup wired into every generated backend.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🔐 Auth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4/10→8/10 · rate limit + SSRF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Default JWT auth (bcrypt + python-jose) when SSO isn't requested, slowapi rate limiting, and an SSRF guard on every outbound HTTP call.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📡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OTel now actually 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Telemetry setup was generated but never called in the prior version; default exporter switched from silently-no-op Jaeger to zero-config console.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🛡️ 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retry + global handler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startup DB connection retry loop and a global exception handler replace unhandled crashes on transient Postgres downtime.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5608</Words>
  <Application>Microsoft Office PowerPoint</Application>
  <PresentationFormat>Custom</PresentationFormat>
  <Paragraphs>669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Natarajan, Suresh Manikandan</dc:creator>
  <cp:keywords/>
  <dc:description>generated using python-pptx</dc:description>
  <cp:lastModifiedBy>Natarajan, Suresh Manikandan</cp:lastModifiedBy>
  <cp:revision>2</cp:revision>
  <dcterms:created xsi:type="dcterms:W3CDTF">2013-01-27T09:14:16Z</dcterms:created>
  <dcterms:modified xsi:type="dcterms:W3CDTF">2026-07-18T10:41:07Z</dcterms:modified>
  <cp:category/>
</cp:coreProperties>
</file>