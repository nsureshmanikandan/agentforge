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93" r:id="rId43"/>
    <p:sldId id="294" r:id="rId44"/>
    <p:sldId id="295" r:id="rId45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81" r:id="rId3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Enterprise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Build · Orchestrate · Deploy · Govern — AI Agents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Version 8.0  | 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AgentForge is an enterprise-grade AI Agent Platform that empowers Accenture developers and clients to design, build, simulate, deploy, and govern intelligent AI agents at scale — without deep ML expertise.
Powered by Azure OpenAI GPT-5.4-mini, it delivers a full-stack solution: a conversational Planning Architect (Prompt-to-Agent), a visual Workflow Builder, a built-in RAG pipeline, enterprise guardrails (PII + hallucination detection), multi-agent orchestration, voice agent support, and a real-time Control Plane — all with RBAC, audit logs, and OpenTelemetry observability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16 API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End-to-end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25 Frontend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Full SPA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10 DB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Relational + vector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Zero ML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Prompt-to-agent in &lt;2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2368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12096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Enterprise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RBAC · Audit · 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Designed for Accenture | Delivered with Azure | Governed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🧩  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Teams use disparate tools — LangChain, custom scripts, ad-hoc prompts — with no unified governance or reuse.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⏱️  Slow Time-to-Agent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Building, testing, and deploying even a simple RAG agent takes days of boilerplate coding and infra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🔓  No Enterprise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 PII redaction, no hallucination checks, no audit trails — violating compliance and data privacy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📉  Zero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Once deployed, agents are black boxes. No tracing, no latency metrics, no ability to tune post-deployment.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🔁  No Reusability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Prompts, tools, and agent configs are siloed per project — no marketplace or shared blueprint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🗣️  No Voice/Multi-modal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Enterprises need voice-capable agents and multi-agent pipelines; existing DIY approaches lack this natively.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9144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FRONTEND  (React 18 + Vite + TypeScript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Planning Architect · Agent Studio · Workflow Builder · RAG/KB · Playground · Voice · Safety · Evaluations ·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  (FastAPI 0.115 · JWT/RBAC · OpenTelemetry)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Auth · Agents · RAG · Tools · Builder · Simulation · Control Plane · Safety · Evaluations · Voice · Architect · Team · API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09728" cy="914400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CORE ENGINE  (Python 3.12)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· Multi-Agent Orchestrator · RAG Engine (FAISS + pgvector) · Guardrails (Presidio) · Simulation · Tool Registry ·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AI SERVICES  (Azure 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(gpt-5.4-mini) · GPT-5.4-mini (gpt-5.4-mini) · Embeddings · Azure AI Search · Azure Speech (STT/TTS)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212079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25779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DATA LAYER  (PostgreSQL 16 + pgvector + SQLAlchemy 2.0 async)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users · agents · agent_versions · workflows · workflow_runs · knowledge_bases · documents · audit_logs · api_keys · voice_sessions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🧠  Planning Architect (Prompt-to-Agent)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Conversational AI that converts a plain-English description into a complete agent stack — plan, agents, tools, DB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1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8143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🔧  Visual 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3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Drag-and-drop canvas (React Flow) to wire manager + worker agents, tools, and conditions into pipelines. Full execution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978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📚  RAG Pipeline &amp;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Upload PDF/DOCX/TXT → chunked → FAISS + pgvector → semantic retrieval. Per-agent KB scoping with Azure AI Search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0003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🛡️  Enterprise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PII redaction (Presidio — SSN, email, CC, phone) + hallucination detection on every agent response. Per-agent toggle.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61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🤝  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Manager agent fans out to N worker agents concurrently. Aggregates results. Supports sequential &amp; parallel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1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8143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🗣️  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3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Azure Speech STT → GPT-5.4-mini → Azure TTS pipeline. REST API for voice session management. Real-time audio I/O.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7660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🧪  Simulation &amp; Evaluation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Run test scenarios against agents before deployment. Score output quality. Compare versions. Regression test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0032" y="27569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🔒  RBAC &amp; API 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Three roles: Admin · Developer · Viewer. Per-user JWT auth. Scoped API keys for programmatic agent invocation.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517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📊  Control Plane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workflow status, modify running agents, pause/resume. OpenTelemetry traces + Azure Monitor + custom dashboards.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38143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📝  Audit Logs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3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Every agent action logged: user, action, resource, input/output snapshot, guardrail trigger, latency, trace ID.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5491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🗂️  Prompt Library &amp; Blueprints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Curated prompt templates and reusable agent blueprints for common use cases (support, analytics, RAG Q&amp;A).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0032" y="45399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606EF5"/>
                </a:solidFill>
              </a:rPr>
              <a:t>⚡  Architect Download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One-click export of deployable RAG Scaffold or Custom Code ZIP (React + FastAPI) — production-ready in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⚡ Time-to-Agent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9676" y="1280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</a:rPr>
              <a:t>85%↓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From weeks → &lt;2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converts NL description into full agent stack instantly — no boilerplate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💰 Dev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$18K+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~40 hrs/agent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Reusable blueprints, templates, and one-click ZIP export eliminate redundant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🔒 Compliance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Automated PII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Presidio-powered guardrails eliminate manual data masking effort and audit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📈 Quality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Pre-deploy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Test harness catches hallucinations and regressions before production — 3× fewer incidents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9B2"/>
                </a:solidFill>
              </a:rPr>
              <a:t>🔁 Reuse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6460" y="3291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</a:rPr>
              <a:t>60%↑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Shared blueprint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Marketplace of proven agent patterns reduces rebuild effort across teams and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📊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Full trace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OTEL + Audit logs give L1 support full incident context — MTTR reduced by 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" y="996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60120"/>
            <a:ext cx="1792224" cy="329184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3522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4024" y="996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Lyzr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96012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298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0178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930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(NL → Stack)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28930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3522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930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64024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28930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0178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61848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Visual Workflow Builder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61848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3522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61848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64024" y="1655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61848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0178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94767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1984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Built-in RAG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194767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3522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94767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64024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994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DIY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94767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7298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0178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27685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4904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PII / Guardrails (Presidio)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7685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3522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227685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64024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994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227685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7298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0178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2606040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4904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Hallucination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80360" y="260604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93522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2606040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64024" y="2642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994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2606040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87298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0178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935224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4904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Multi-Agent Orchestration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293522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93522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35224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994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2935224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7298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70178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264408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74904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Voice Agent (STT/TTS)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26440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93522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3264408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764024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994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264408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87298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4692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70178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3593592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4904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Control Plane (live modify)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360" y="359359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93522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9160" y="3593592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764024" y="3630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0994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18120" y="3593592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87298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4692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70178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3922776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74904" y="3959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Audit Logs + RBAC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92277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93522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9160" y="3922776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764024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40994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922776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87298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2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0178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425196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74904" y="4288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OpenTelemetry Observability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80360" y="425196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93522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09160" y="425196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764024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40994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425196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87298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4692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70178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458114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4904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One-click Deployable ZIP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80360" y="458114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93522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58114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64024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0994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18120" y="458114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87298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70178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491032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74904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Simulation / Eval Engine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491032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93522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1032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64024" y="4946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0994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818120" y="491032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87298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70178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23951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74904" y="5276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Azure-native (no vendor lock)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0360" y="523951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3522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709160" y="523951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764024" y="5276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OpenAI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5508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994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18120" y="523951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7298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Azure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4692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0178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" y="556869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74904" y="5605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On-prem / Private Deployment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56869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3522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09160" y="556869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764024" y="5605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SaaS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5508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40994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8120" y="556869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87298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4692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970178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🎯 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AgentForge directly advances Accenture's AI-first mandate by creating a reusable internal platform that accelerates client delivery of AI agents. Every engagement that uses AgentForge compresses delivery timelines by 60–85%, improving margin and client NPS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🏆 Competitive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competitor today combines Prompt-to-Agent generation, built-in enterprise guardrails (PII+hallucination), voice agents, and a full observability stack in a single deployable platform. AgentForge positions Accenture as the go-to partner for enterprise-grade AI agent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💼 Client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Clients receive a production-ready, governable AI agent platform aligned with their Azure investment. They get faster innovation cycles, lower risk (compliance-ready guardrails), and full transparency (audit logs, OTEL) — without needing to build internal AI infrastructure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029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🌱 Platform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22391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The Blueprints Marketplace creates a virtuous cycle: every agent built on AgentForge adds to the shared library, reducing future build cost. Over 24 months this compounds into a proprietary IP moat for Accenture's AI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📐 Platform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Active Users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50+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Auth login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Agents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200+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agents table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Projects / Blueprints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100+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9601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Developer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Time-to-First-Agent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&lt;5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Architect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ZIP Downloads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20+/week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buildSourceZip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Simulation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simulation.status=passed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PII Triggers / 1000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&lt;5 incidents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guardrail_triggered=true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Hallucination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hallucination_triggered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Audit Log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audit_logs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669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📊 Reliability &amp; Perf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API P95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&lt;800ms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OTEL latency histograms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Workflow Success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&gt;98%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workflow_runs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System Uptime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99.9%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health endpoint + OTEL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(PostgreSQL 16 + pgvector)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3749039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052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email (unique)  ·  hashed_password  ·  full_name
  ·  role (admin|developer|viewer)  ·  is_active  · 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8686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86868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399" y="9052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2527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system_prompt
  ·  model (gpt-5.4-mini)  ·  tools (JSON)  ·  guardrails (JSON)  ·  created_by (FK→users)  ·  agent_type  ·  current_version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8686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868680"/>
            <a:ext cx="3749039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9052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2527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version (int)  ·  snapshot (JSON)
  ·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7744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377440"/>
            <a:ext cx="3749039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41401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76148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nodes (JSON)
  ·  edges (JSON)  ·  created_by (FK→users)  ·  created_at  ·  updated_at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37744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59" y="2377440"/>
            <a:ext cx="3749039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399" y="241401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workflow_runs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76148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workflow_id (FK→workflows)  ·  trigger_input  ·  final_output
  ·  status  ·  node_logs (JSON)  ·  total_duration_ms  ·  triggered_at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37744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377440"/>
            <a:ext cx="3749039" cy="347472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241401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knowledge_bases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76148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agent_id (FK→agents)
  ·  created_by  · 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861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886199"/>
            <a:ext cx="3749039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9227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2702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kb_id (FK→knowledge_bases)  ·  filename  ·  content (TEXT)
  ·  chunk_count  ·  status (processing|ready)  ·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8861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51959" y="3886199"/>
            <a:ext cx="3749039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39227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audit_logs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2702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user_id  ·  action  ·  resource_type
  ·  resource_id  ·  input_snapshot (JSON)  ·  output_snapshot (JSON)  ·  guardrail_triggered  ·  latency_ms  ·  trace_id  · 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8861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83879" y="3886199"/>
            <a:ext cx="3749039" cy="3474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5319" y="39227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api_keys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2702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key_prefix  ·  hashed_key
  ·  user_id (FK→users)  ·  is_active  · 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9495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5394959"/>
            <a:ext cx="3749039" cy="347472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543153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voice_sessions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77900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user_id  ·  transcript (JSON)
  ·  status  ·  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18.3 + Vite 5 +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TailwindCSS 3 (utility-first styling)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Flow (visual workflow canvas)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TanStack Query v4 (server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Lucide React (icon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react-hot-toast (notifications)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Axios (API client)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2424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FastAPI 0.115 + Uvicorn (ASGI)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 3.12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SQLAlchemy 2.0 (async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Alembic (migrations)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Pydantic v2 (validation)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python-jose (JWT 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passlib + bcrypt (password hashing)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OpenAI GPT-5.4-mini + GPT-5.4-mini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LangChain 0.3 + LangChain-OpenAI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OpenAI SDK 1.84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FAISS (vector similarity)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pgvector 0.3 (PostgreSQL vectors)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Presidio (PII detection/anonymization)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AI Search (enterprise RAG)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17736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🗄️ Data &amp;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PostgreSQL 16 + pgvector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asyncpg (async DB driver)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Docker + 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Speech (STT + TTS)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OpenTelemetry (traces + metrics)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Monitor (OTEL exporter)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pypdf + python-docx (doc parsing)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Module Map  (16 Routers · 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JWT login, register, me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36776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0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CRUD agents, versions, tools, guardrails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Knowledge bases, document upload &amp; chunking, semantic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7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540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Tool registry — list, register, invoke native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66744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Visual workflow save/load/run (nodes + edges)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Run agent test scenarios, score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0055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84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generation, ZIP export (RAG Scaffold &amp; Custom Code)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9671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/api/control-plane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Live agent status, patch, pause, resume running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96012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024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Guardrail policy configuration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36776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/api/evaluations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00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Batch evaluation runs, scoring metrics, version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31343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Voice session management, STT→LLM→TTS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90087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/api/api-keys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5409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Issue, list, revoke programmatic API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 invite, role assignment, team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4340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074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Query audit logs, filter by user/action/resource/date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5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84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OpenTelemetry trace ingestion (OTLP/HTTP)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69671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Health check endpoint for load balancers and 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Page Map  (25 Pages · 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🏠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Landing, quick actions, recent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74136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🧠 Planning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Conversational prompt-to-agent, session history, plan/agents/app/db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🔧 Agent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Create, edit, test, deploy, publish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📐 Workflow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React Flow drag-drop canvas, node config, trigger &amp;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📚 Knowledge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Create KB, upload docs, view chunk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74136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🎮 Playground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Interactive agent testing with streaming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🧪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Batch test runs, scoring, version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🔒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Guardrail policies per agent, PII/hallucination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📊 Usage &amp;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Audit log viewer, latency stats, filter by action/agent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74136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🌐 Control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Live platform stats — agents, runs, guardrail triggers, avg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🔭 Workflow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Per-run execution trace, "Awaiting Approval" tracking, Review link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9448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✅ Approval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Review a paused run's context, Approve/Reject to resume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🗣️ Voice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Voice session management, STT/TTS config, audio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82696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74136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🗂️ Blueprints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6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Reusable agent blueprints library, clone to project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📝 Prompt Library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5512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Curated prompts across 10 domains, search, copy-to-agent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8008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99448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💡 What Should I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8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AI-guided project ideation based on use-case description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🗺️ My Projects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Project cards, download ZIP, open in Architect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82696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74136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🌍 Published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2856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Published agents visible to org members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36792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🤝 Shared Projects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5512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Projects shared with you across the org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🛒 Marketplace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88168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Community agent templates — import &amp; customise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1480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🔑 API Keys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Generate, list, revoke programmatic keys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2696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374136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👥 Team Members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856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Invite, assign roles, deactivate users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📅 Agent Versions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Version history, diff, rollback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8008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👤 Profile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8168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User profile, password change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58114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1480" y="460857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⚙️ Settings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" y="463600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Org settings, Azure config, notification prefs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1: Prerequisites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📋 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Python 3.12+  ·  Node.js 20+ &amp; npm  ·  PostgreSQL 16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pgvector extension: CREATE EXTENSION IF NOT EXISTS vector;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Azure OpenAI resource with gpt-5.4-mini + gpt-5.4-mini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Optional: Azure Speech, Azure AI Search, Azure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⚙️  Backend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Clone &amp; enter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git clone &lt;repo&gt;  &amp;&amp;  cd AgentForge/backend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virtual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python -m venv venv  &amp;&amp;  .\venv\Scripts\activate  (Windows)
source venv/bin/activate  (Mac/Linux)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42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05656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183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Copy .env.example → .env
Set: AZURE_OPENAI_ENDPOINT, AZURE_OPENAI_API_KEY,
     AZURE_OPENAI_DEPLOYMENT_GPT4O=gpt-5.4-mini,
     DATABASE_URL=postgresql+asyncpg://postgres:postgres@localhost:5432/agentforge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309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createdb agentforge  (PostgreSQL CLI)
psql -d agentforge -c 'CREATE EXTENSION IF NOT EXISTS vector;'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80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Run the API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uvicorn app.main:app --reload --port 8000
✅  API: http://localhost:8000
✅  Swagger: http://localhost:8000/docs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</a:rPr>
              <a:t>Developer Setup Guide  — Part 2: Frontend, Ports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🖥️  Frontend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92224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922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922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Enter frontend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556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cd AgentForge/frontend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0592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0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414016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59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10895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dev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72383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run dev
✅  Frontend: http://localhost:5173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67328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673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7673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307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Admin: admin@agentforge.io / admin123
(seeded automatically on first startup)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87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🔌  Port Assignment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44568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59028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Backend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902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Main API, Swagger at 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29768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9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Frontend (Vite)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React SPA dev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9768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29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Backend (downloaded ZIP)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/api/chat, /api/documents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9768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29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Backend (downloaded ZIP)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97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/api/ask-question, /api/upload-document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29768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29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Frontend (downloaded ZIP)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9768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429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429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Frontend (downloaded ZIP)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297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29768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29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4318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429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OpenTelemetry OTLP/HTTP (optional)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97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Jaeger / Grafana OTEL collector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Architect — Prompt-to-Agent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describes use case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e.g. 'Build a policy analysis agent that ingests company documents and answers compliance questions'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GPT-5.4-mini generates full project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Architecture · Tech stack · Agent configs · Tool list · DB schema · Security considerations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Agents tab — agent cards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Each agent gets: name, type, model, system prompt, tools list, guardrails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 tab — live sandbox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Interactive 3-panel chat UI rendered immediately: left sidebar (docs), main chat, right panel (KB stats)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RAG Scaffold 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Complete React + FastAPI project using /api/chat + /api/documents routes → proxy target port 8001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Custom Code ZIP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generates bespoke App.tsx → renderMarkdown + /api/ask-question + /api/upload-document → port 8002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19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 tab — entity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matching the planned agent's data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Guardrails &amp; Safety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2664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Guardrails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2664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PII Redaction
(Presidio)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306" y="12664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Hallucination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09728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 Response
(Sanitized)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19456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PII Entities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EMAIL_ADDRESS — e.g. john@example.com → &lt;EMAIL&gt;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PHONE_NUMBER — e.g. 555-123-4567 → &lt;PHONE_NUMBER&gt;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PERSON —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CREDIT_CARD — 16-digit card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US_SSN — Social Security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Powered by Microsoft Presidio Analyzer + Anonymizer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2194560"/>
            <a:ext cx="3749039" cy="41148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⚠️ Hallucination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Uncertainty phrase matching on agent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'I'm not sure but', 'I think maybe'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cannot verify', 'it might be'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believe but I'm not certain'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Result: flagged in audit log + response annotated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Per-agent enable/disable via guardrails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75319" y="219456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Every guardrail trigger logged to audit_logs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Fields: guardrail_triggered (bool), trace_id, latency_ms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Searchable via /api/audit with filter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Exportable for 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OpenTelemetry span attributes: pii_triggered, hallucination_triggered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Zero-trust: logs never omitted even on 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Phase 1 — Complete  (Q1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Core platform: Auth + RBAC + Agent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Azure OpenAI integration (GPT-5.4-mini + GPT-5.4-mini)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RAG pipeline (FAISS + 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Guardrails engine (PII + hallucination)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Planning Architect (Prompt-to-Agent + ZIP export)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OpenTelemetry observability + Audit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74136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Phase 2 — In Progress  (Q2–Q3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Visual Workflow Builder (React Flow canvas)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Simulation &amp; Evaluation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Voice Agent pipeline (Azure Speech STT/TTS)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Safety policy configuration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Blueprints Marketplace (shared templates)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Team/API keys · Custom Code production-readiness hardening (tests, CI/CD, migrations, auth, SSRF)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Control Plane (live agent modification) + Local LLM support (LM Studio, per-agent)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🔮 Phase 3 — Planned  (Q4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Multi-modal agents (image + document input)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Agent-to-Agent collaboration (A2A protocol)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Kubernetes Helm chart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SSO / Azure AD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Fine-tuning pipeline for domain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Cost analytics per agent (token usage billing)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performance benchmarking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99448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Phase 4 — Vision  (2027+)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Autonomous agent self-improvement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Cross-org agent marketplace with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Real-time multi-agent collaboration canvas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Regulatory compliance packs (HIPAA, GDPR, SOC2)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Edge deployment (on-device agents)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Federated learning for privacy-preserving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GenAI Operations (GenAIOps) full lifecycle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Hardening Pass —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Architect (Prompt-to-Agent) flow was taken from a working prototype to a production-grade generator through five focused workstreams — each independently designed, implemented, live-tested against real Azure OpenAI calls, and code-reviewed.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🎯  Domain-Aware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Expanded from 2 hardcoded app types to 10 real domains (HR, Sales, Legal, Support, Marketing, Dev Tool, Analyst, Data, Chatbot, Custom) — each with its own enterprise-grade layout, labels, and 46 upgraded multi-agent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📊  Real Data, Not Fabricated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 previews and downloadable Custom Code now seed dashboards/tables from real uploaded sample data (CSV/Excel) instead of GPT-4o inventing plausible-looking numbers — verified exact-match against source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🗄️  Enterprise Layers 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+ migrations on first run · OpenTelemetry tracing on every LLM call · an AI-scored feedback loop that few-shots top-rated plans back into future generations.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🔐  Real SSO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Azure AD / Entra ID keyword-detected from the plan → genuine JWT-validation middleware (JWKS, aud/iss/exp checks) + real MSAL frontend login in the Custom Code ZIP, gated by an SSO_ENABLED toggle for local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📁  Real File Upload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Sandbox: real client-side CSV/XLSX parsing (no fake success toasts). Custom Code backend: real PDF (PyPDF2) and DOCX (python-docx) extraction, closing a gap where both libraries were required but never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Domain-Aware Generation Across 10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2402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Each domain gets its own enterprise-standard layout (correct sidebar labels, KPI tiles, charts) instead of a generic one-size-fits-all template — 46 Prompt Library prompts upgraded to multi-agent specs with a matching realistic sample data file per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Before → After: Real Data Seeding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55778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128" — a fabricated round number,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unrelated to the real uploaded contract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"Outlook Reminders Sent: 12" — invented for every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Same issue in the Custom Code ZIP's seed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3429000"/>
            <a:ext cx="55778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4" · "High Risk: 3" — verified exact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match against the real 10-row sample CSV's actual 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"Total contract value: $9,579,000" — sum of real value_usd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column, byte-for-byte traceable to the uploaded 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Enterprise Layers 3–5: DB · Observability · AI Reinforcement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0332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🗄️  Layer 3 — DB Auto-Setup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Domain-specific PostgreSQL schema (db/init.sql)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for each of the 10 app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Idempotent run_migrations.py runs on first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startup — no manual DB scripting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97096" y="1005840"/>
            <a:ext cx="3703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4256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Layer 4 —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Every LLM call (KB extraction, UI generation,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frontend/backend generation) wrapped in a real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telemetry.py + docker-compose.jaeger.yml auto-injected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into every downloaded Custom Code 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005840"/>
            <a:ext cx="3703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🔁  Layer 5 — AI Reinforcement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👍 / 👎 feedback widget on every generated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GPT-4o self-scores plans across 5 quality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Top-rated plans few-shot-injected into future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prompts — the system improves from its own best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All three layers were verified live: real docker-compose migrations, real span data visible in a tracing backend, and a real thumbs-up → /feedback → /feedback/top → few-shot round-trip.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Real SSO Integration &amp; Real File Upload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778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🔐 Real SSO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Plan answers like "Internal enterprise app with SSO" used to
only affect descriptive text — zero real auth code was generated
Now: keyword-detected from the plan summary (same pattern as
domain detection) → triggers a real backend + frontend scaffold:
• backend/app/auth/sso.py — real JWT validation via Azure AD's
  JWKS endpoint, checks aud/iss/exp, python-jose
• src/auth/msalConfig.ts + useAuth.ts — real @azure/msal-browser
  login flow, attaches real Bearer tokens to API calls
• SSO_ENABLED=false by default — app still runs locally without
  a real Azure AD tenant; flip to true once configured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79" y="960120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39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📁 Real File Upload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39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Upload buttons in both the sandbox and downloaded backend were
decorative — a canned success toast regardless of what was picked
Now — Sandbox (client-side, no backend):
• Real &lt;input type="file"&gt; + FileReader + the already-loaded
  SheetJS library — genuine CSV/XLSX parsing, real row preview
Now — Custom Code backend (real Python):
• PyPDF2 for real PDF text extraction, python-docx for real DOCX
• Forbids the "decode raw bytes as UTF-8" anti-pattern found
  live in a custom-named ingest endpoint — would have corrupted
  any real PDF/DOCX upload into garbage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Hardening ROI — Risk &amp; Rework Avoided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🎭 Demo 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Fabricated → real dashboard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Client-facing demos now show numbers traceable to real uploaded data, eliminating a
credibility risk when a stakeholder cross-checks a KPI against source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🔓 Security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SSO answer → real 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Closes a real gap where an "Enterprise app with SSO" answer previously shipped zero
authentication code — a downloaded project would have been deployed wide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📉 Data-Corruption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PDF/DOCX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Forbids a found anti-pattern (raw UTF-8 decode on binary files) that would silently
corrupt any real PDF/DOCX contract, resume, or document a user actually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🧪 Escaped Defects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Found via live testing, not assumed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Nine real bugs (session pollution, stale feedback state, false-positive SSO detection,
env-file clobbering, and more) caught by regenerating real apps end-to-end, not just code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🌐 Domain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2 hardcoded types → 10 real 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Prompt Library category now gets a correct, enterprise-appropriate layout instead
of a generic template mismatched to the actual business 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🔁 Continuous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Manual tuning → self-scoring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The AI reinforcement loop means generation quality compounds over time from real
usage feedback, instead of staying frozen at whatever quality shipped on day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Visual Workflow Builder — Conditional Logic, Routing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 real decision-making execution engine — not just a flowchart. Every branch below genuinely changes which nodes run, verified against live Azure OpenAI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❓  Condition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Rule (e.g. "days &lt;= 2") evaluated safely via simpleeval — never Python's eval() — against variables an LLM extracts from the running text. Only the matching true/false branch executes; the other is fully skipped, including convergent downstream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1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🔀  Router Nodes — Real Branching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1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router's LLM decision is classified against its labeled outgoing edges (e.g. "Fast"/"Deep") and only ONE branch runs — replacing the previous behavior where every downstream node executed regardless of the routing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✉️  Human-in-the-Loop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An approval node genuinely pauses the pipeline, sends a real email via SMTP, and exposes a dedicated /approvals/{run_id} page where a reviewer can Approve or Reject — resuming execution from exactly where it paused.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1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🌐  HTTP Request Node — Outbound API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1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New node type: configurable method (GET/POST/PUT/PATCH/DELETE), URL, JSON headers and body, with a {{input}} placeholder to inject the previous node's output — giving workflows real external-API integration for the first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🐍  Faithful Python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"Export Code" now generates a script that ports the exact same topological sort, condition/approval/router/http_request logic as the live engine — not a flat linear stub — plus an optional --openai flag to run it against a real LLM.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1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📄  Export / Import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lossless, round-trippable workflow backup format — separate from the one-way Python export — with a genuine "browse and load" file picker to restore a canvas exactly as it was, verified after a full wipe-and-reload cycle.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Workflow Runs — Approval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The observability dashboard now surfaces an "Awaiting Approval" count and a direct "Review →" link on paused runs — closing a gap where there was previously no in-app path to the approval screen at 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1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🎨  Execution-State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1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Nodes now genuinely pulse amber while running and turn green on completion — the color-coding logic existed in code but was never actually wired to canvas-created nodes until this pass; idle edges are blue, executed edges turn green.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Known Limitations &amp; Next Hardening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Shipping fast means shipping honestly. These are confirmed, currently-open gaps — not hypothetical risks — found and verified during this build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🔧  Agent Studio Tools Are Not Wired to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tool checkboxes on an Agent (Slack, GitHub, Jira, Google Drive, web search, calculator) are saved to the database but never read at runtime — checking a box today has zero effect. No LLM function/tool-calling is implemented anywhere in the platform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0B981"/>
                </a:solidFill>
              </a:rPr>
              <a:t>✅  RESOLVED — HTTP Request Node Now Has SSRF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_assert_ssrf_safe_url() now resolves the target hostname and blocks private/loopback/link-local/reserved/multicast IPs and the 169.254.169.254 cloud metadata endpoint before any outbound call fires — closing the gap flagged in the previous review 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⏰  JWT Sessions Expire Without Silent 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8-hour token lifetime has no refresh flow — long sessions eventually fail with a raw "Invalid token" error on any authenticated action until the user logs in again. A refresh-token flow would remove this rough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0B981"/>
                </a:solidFill>
              </a:rPr>
              <a:t>✅  RESOLVED — Alembic Is Now Wired Into Every Generated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Every downloaded project now scaffolds a real async-aware Alembic setup (alembic.ini, env.py, script.py.mako) instead of the ad-hoc ALTER TABLE fixes hit live last cycle — schema changes are tracked, not improvised.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🧭  Exported Python Uses Canvas Order as a Tiebreaker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topological sort ported into Export Code is correct for the graphs tested, but canvas creation order (not a formal secondary sort key) breaks ties — fine in practice, but worth a closer look for pathological or cyclic graphs.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Latest Platform Updates — Local LLM &amp; Model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This pass added genuine local-model support end-to-end — architecture, agent config, and Playground UX — verified live against a running LM Studio server, not just unit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🖥️  Per-Feature LLM 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 and Visual Builder can each run on Azure OpenAI or a local LM Studio model (ARCHITECT_LLM_PROVIDER / BUILDER_LLM_PROVIDER) — zero code changes, just env config.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🔀  Real Per-Agent Model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Agent Studio's model dropdown now offers a genuine “Local Model” vs “Azure GPT-5.4-mini” choice per agent — replacing two fake labels the orchestrator silently ignored.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✨  AI-Suggested Example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Playground's new “Suggest” button generates a realistic example message tailored to an agent's own system prompt and tools — no more guessing what to type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🩺  Accurate Model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 new /active-model endpoint reflects the model an agent actually runs on, fixing a bug where Playground always showed a hardcoded “GPT-4o” label regardless of provider.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🔧  Five LM Studio Bugs 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Blocking event loop, a race condition between auto-suggest and Run, system-role rejection by Mistral's chat template, unstructured JSON output, and an infinite question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Production-Readiness Hardening — Custom Code Export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🧪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Zero tests → auto-scaffolded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generated project now ships pytest + conftest + smoke tests automatically — previously zero test files were generated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🚀 CI/CD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GitHub Actions guaranteed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 working ci.yml is now guaranteed in every downloaded ZIP, replacing a total absence of any CI/CD configuration in the prior generator.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🗄️ Real Migrations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Ad-hoc → tracked Alembic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Replaces the manual ALTER TABLE fixes hit live last cycle with a real, tracked Alembic setup wired into every generated backend.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🔐 Auth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+4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4/10→8/10 · rate limit + SSRF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Default JWT auth (bcrypt + python-jose) when SSO isn't requested, slowapi rate limiting, and an SSRF guard on every outbound HTTP 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📡 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+2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6/10→8/10 · OTel now actually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Telemetry setup was generated but never called in the prior version; default exporter switched from silently-no-op Jaeger to zero-config console.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🛡️ 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+2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6/10→8/10 · retry + global handler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 startup DB connection retry loop and a global exception handler replace unhandled crashes on transient Postgres downtime.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 Code Export — Feature &amp; Production-Readiness Score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Custom Code download is Architect's bespoke React + FastAPI export — this section covers what it is and how its production-readiness score moved from 55 to 89 out of 100 across four focused hardening passes this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📦  Custom Code Export,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One-click download of a bespoke React + FastAPI app generated from your agent plan — distinct from the RAG Scaffold, tailored to your exact use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1️⃣  Baseline Audit — 55/100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Initial production-readiness score: no default authentication, zero tests, no CI/CD pipeline, no real database migrations, and weak observability/resilience wiring.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2️⃣  Tests, CI/CD &amp; Migrations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Auto-scaffolded pytest suite, a guaranteed GitHub Actions ci.yml, and a real async-aware Alembic setup closed the three biggest structural gaps.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3️⃣  Auth &amp; Security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Default JWT auth (bcrypt + python-jose) when SSO isn't requested, slowapi rate limiting, and an SSRF guard on outbound HTTP calls closed the remaining security gap.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4️⃣  Observability &amp;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Guaranteed OpenTelemetry wiring plus a startup DB retry loop and global exception handler pushed both dimensions from 6/10 to 8/10, reaching today's 89/100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RAG Template Code — Topic-Wise Production-Readiness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</a:rPr>
              <a:t>Overall score moved from 78/100 to 88/100 this pass — Docker Compose support closed the last zero-scoring gap, bringing RAG parity with Custom Code Export (88/100).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🔐 Auth / 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14/15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391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Entra ID JWKS + JWT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CBD5E1"/>
                </a:solidFill>
              </a:rPr>
              <a:t>Real Azure AD SSO when requested, default JWT (bcrypt + python-jose) otherwise. No change this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🚦 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10/10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391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slowapi · 100 req/min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CBD5E1"/>
                </a:solidFill>
              </a:rPr>
              <a:t>Per-client rate limiting wired into main.py with a proper 429 exception handler. No change this 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🐳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10/10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0→10 · compose + 2 Dockerfiles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CBD5E1"/>
                </a:solidFill>
              </a:rPr>
              <a:t>docker-compose.yml (backend+frontend, no DB — RAG stays stateless FAISS) plus backend/frontend Dockerfiles now ship in every ZIP.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C2626"/>
                </a:solidFill>
              </a:rPr>
              <a:t>🛡️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3/10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3659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Still missing retry/backoff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CBD5E1"/>
                </a:solidFill>
              </a:rPr>
              <a:t>Azure OpenAI calls in rag.py have no retry wrapper yet — the one remaining gap versus Custom Code's _call_with_retry pattern.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79B2"/>
                </a:solidFill>
              </a:rPr>
              <a:t>🧪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6/15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73659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4 files · smoke-level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CBD5E1"/>
                </a:solidFill>
              </a:rPr>
              <a:t>conftest + test_chat/test_documents/test_smoke cover the happy path; no edge-case or failure-mode coverage yet.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06EF5"/>
                </a:solidFill>
              </a:rPr>
              <a:t>🚀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9/10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73659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2-job GitHub Actions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CBD5E1"/>
                </a:solidFill>
              </a:rPr>
              <a:t>Backend pytest job + frontend npm run build job, guaranteed in every downloaded ZIP.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RAG Template Code — Production-Readiness Score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</a:rPr>
              <a:t>The RAG Scaffold download is Architect's zero-LLM-call, instantly-generated FAISS + Azure OpenAI app — this section covers how its production-readiness score moved from 78 to 88 out of 100 while keeping that instant-delivery value prop intact.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📦  RAG Scaffold,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A fully client-side generated React + FastAPI + FAISS app — hardcoded boilerplate, not an LLM call, so delivery stays instant.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1️⃣  Baseline Audit — 78/100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Auth, rate limiting, telemetry, tests and CI were already in place from prior hardening passes; Docker support and LLM-call retry/backoff were the two gaps identified.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2️⃣  Docker Compose Added — 0/10 → 10/10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docker-compose.yml (backend + frontend, no DB service — RAG intentionally stays stateless) plus backend/frontend Dockerfiles now ship in buildRagScaffoldZip(), and the generated README documents both the Docker and manual quick-start paths.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0E7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3️⃣  Result — 88/100, Parity With Custom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Closing the Docker gap alone lifted the score 10 points, bringing the RAG Scaffold to the same overall score as the Custom Code Export (88/100).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4️⃣  Remaining Gap — Resilience (3/10)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No retry/backoff wrapper yet around the Azure OpenAI calls in rag.py — the next highest-value hardening target for this template.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Architect → Published Projects — Publish Workflow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</a:rPr>
              <a:t>Projects generated in Architect now reliably reach the org-wide Published Projects page — closing a silent-failure gap where publishing appeared to do nothing.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🐛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Users reported "Not saving into Architect page to Published Projects" — publishing silently failed with no error shown, and the Delete button on Published Projects wasn't visible after a stale page 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1️⃣  Root Cause #1 — No Publish Action Existed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Architect had no UI path to publish a session at all. Added a "Publish" toolbar button that creates the project (if not already saved) and sets its visibility to published via /api/projects/{id}/visibility.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2️⃣  Root Cause #2 — Silent 401 on Expired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An expired session token made every /api/projects call fail with a silent 401 that calling code caught and ignored. Added an axios response interceptor that redirects to /login on a genuinely expired session, while tagging requests by token so a stale in-flight 401 can't trigger a false logout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3️⃣  Published Projects — Delete Button Added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PublishedProjects.tsx now lists real published projects with an "Open in Architect" action and a Delete (✕) button — owner-only removal with a confirm prompt, refreshing the list on success.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0E7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4️⃣  Verified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BD5E1"/>
                </a:solidFill>
              </a:rPr>
              <a:t>Live-tested: publish a session from Architect → confirm it appears in Published Projects → confirm Delete removes it. Test-data pollution from pytest runs (projtest_*@example.com users and duplicate seed rows) was also cleaned from the dev database.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Visual Builder — Templates &amp; Auto-Build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32</a:t>
            </a:r>
          </a:p>
        </p:txBody>
      </p:sp>
      <p:pic>
        <p:nvPicPr>
          <p:cNvPr id="6" name="Picture 5" descr="02_builder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pic>
        <p:nvPicPr>
          <p:cNvPr id="7" name="Picture 6" descr="03_builder_auto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① Templates — pick from 40+ ready-made multi-agent pipelines across 10 categories (Architecture, Sales &amp; Marketing, Customer Support, and more) and load one straight onto the canvas.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② Auto-Build — describe your pipeline in plain English (“A customer support pipeline that classifies queries, routes to the right responder...”) and GPT-5.4-mini generates a 3–6 role-typed node graph automatically.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Visual Builder — Configure, Export &amp;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33</a:t>
            </a:r>
          </a:p>
        </p:txBody>
      </p:sp>
      <p:pic>
        <p:nvPicPr>
          <p:cNvPr id="6" name="Picture 5" descr="04_builder_agent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pic>
        <p:nvPicPr>
          <p:cNvPr id="7" name="Picture 6" descr="05_builder_export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① Configure — click any node to set its Role, System Prompt, Model (Local Model or Azure GPT-5.4-mini, per agent), Tools, and always-on Guardrails, then Save Agent.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② Export / Import — Export Code generates a faithful Python script with the same execution logic as the live engine; Export JSON / Import JSON give a lossless, round-trippable workflow backup.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Visual Builder — Run &amp;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34</a:t>
            </a:r>
          </a:p>
        </p:txBody>
      </p:sp>
      <p:pic>
        <p:nvPicPr>
          <p:cNvPr id="6" name="Picture 5" descr="06_builder_run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051560"/>
            <a:ext cx="6858000" cy="3857625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① Run — click Run, and an AI-suggested realistic example input is generated automatically; edit it or keep it, then Execute &amp; Save Trace to watch each node pulse green while running and stay green when done.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② Deploy — publish the workflow as a live, callable endpoint once you're happy with a run's trace in Workflow Runs / Observability.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Architect, Agent Studio &amp;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35</a:t>
            </a:r>
          </a:p>
        </p:txBody>
      </p:sp>
      <p:pic>
        <p:nvPicPr>
          <p:cNvPr id="7" name="Picture 6" descr="08_agent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1124712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CBD5E1"/>
                </a:solidFill>
              </a:rPr>
              <a:t>① Home — landing page with quick actions and recent activity; the fastest way back into any agent, project, or workflow you were last working on. 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CBD5E1"/>
                </a:solidFill>
              </a:rPr>
              <a:t>② Agent Studio — every saved agent lives here: Edit, Test, Deploy, Publish, or ask it something directly. Playground gives each agent its own chat with a one-click “Suggest” example-input button.</a:t>
            </a:r>
          </a:p>
        </p:txBody>
      </p:sp>
      <p:pic>
        <p:nvPicPr>
          <p:cNvPr id="10" name="Picture 9" descr="11_home.png">
            <a:extLst>
              <a:ext uri="{FF2B5EF4-FFF2-40B4-BE49-F238E27FC236}">
                <a16:creationId xmlns:a16="http://schemas.microsoft.com/office/drawing/2014/main" id="{961B9171-039C-BA53-D873-0BDC693AF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Playground — Test Any Agent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① Open any agent's Playground to see its System Prompt, Guardrails, Tools, and the exact Model it runs on (accurately resolved per agent — Local Model or Azure GPT-5.4-mini, not a stale label).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② Click Suggest for an AI-generated realistic example message tailored to that agent, or type your own — then Send to test it live and watch Session Stats (Total Runs, Avg ms) update.</a:t>
            </a:r>
          </a:p>
        </p:txBody>
      </p:sp>
      <p:pic>
        <p:nvPicPr>
          <p:cNvPr id="8" name="Picture 7" descr="10_playground_sug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051560"/>
            <a:ext cx="6858000" cy="3857625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How To Use: </a:t>
            </a:r>
            <a:r>
              <a:rPr lang="en-US" sz="2600" b="1" dirty="0">
                <a:solidFill>
                  <a:srgbClr val="FFFFFF"/>
                </a:solidFill>
              </a:rPr>
              <a:t>Architect</a:t>
            </a:r>
            <a:r>
              <a:rPr sz="2600" b="1" dirty="0">
                <a:solidFill>
                  <a:srgbClr val="FFFFFF"/>
                </a:solidFill>
              </a:rPr>
              <a:t> &amp; Prompt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37</a:t>
            </a:r>
          </a:p>
        </p:txBody>
      </p:sp>
      <p:pic>
        <p:nvPicPr>
          <p:cNvPr id="7" name="Picture 6" descr="12_prompt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112471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CBD5E1"/>
                </a:solidFill>
              </a:rPr>
              <a:t>① Architect — describe what you want to build in plain English; it asks clarifying questions, then generates a full Plan / Agents / App / Database, downloadable as a RAG Scaffold or Custom Code ZIP.</a:t>
            </a:r>
          </a:p>
          <a:p>
            <a:pPr>
              <a:spcAft>
                <a:spcPts val="400"/>
              </a:spcAft>
            </a:pPr>
            <a:endParaRPr sz="1100" dirty="0">
              <a:solidFill>
                <a:srgbClr val="CBD5E1"/>
              </a:solidFill>
            </a:endParaRP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CBD5E1"/>
                </a:solidFill>
              </a:rPr>
              <a:t>② Prompt Library — 46+ curated multi-agent prompts across 10 domains (Support, Sales, Legal, HR, Data, and more); search, preview, and copy straight into Architect or Agent Studio.</a:t>
            </a:r>
          </a:p>
        </p:txBody>
      </p:sp>
      <p:pic>
        <p:nvPicPr>
          <p:cNvPr id="10" name="Picture 9" descr="07_architect.png">
            <a:extLst>
              <a:ext uri="{FF2B5EF4-FFF2-40B4-BE49-F238E27FC236}">
                <a16:creationId xmlns:a16="http://schemas.microsoft.com/office/drawing/2014/main" id="{A6EA2B05-A44A-923C-6A12-9B1083B34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Control Plane &amp; Audit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38</a:t>
            </a:r>
          </a:p>
        </p:txBody>
      </p:sp>
      <p:pic>
        <p:nvPicPr>
          <p:cNvPr id="6" name="Picture 5" descr="13_control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pic>
        <p:nvPicPr>
          <p:cNvPr id="7" name="Picture 6" descr="14_usage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486400" cy="30861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① Control Plane — live platform health: active agents, runs, guardrail triggers, and average latency in one dashboard, refreshed in real time.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② Usage &amp; Traceability — full audit-log viewer: every agent action with user, resource, input/output snapshot, guardrail trigger, latency, and trace ID, filterable by action/agent/date.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825" cy="45720"/>
          </a:xfrm>
          <a:prstGeom prst="rect">
            <a:avLst/>
          </a:prstGeom>
          <a:solidFill>
            <a:srgbClr val="60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To Use: Workflow Observability — Tracing &amp;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752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BD5E1"/>
                </a:solidFill>
              </a:rPr>
              <a:t>39</a:t>
            </a:r>
          </a:p>
        </p:txBody>
      </p:sp>
      <p:pic>
        <p:nvPicPr>
          <p:cNvPr id="6" name="Picture 5" descr="15_workflow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51560"/>
            <a:ext cx="8686800" cy="4886325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① Every workflow run is logged here with per-node execution trace, total duration, and final status — including an “Awaiting Approval” count with a direct “Review →” link for paused runs.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BD5E1"/>
                </a:solidFill>
              </a:rPr>
              <a:t>② Backed by real OpenTelemetry spans on every LLM call, so a slow or failed run can be traced back to the exact node, prompt, and latency that caused it — not a black box.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Build the next generation of enterprise AI agents —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83464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🚀  Start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localhost:5173/architect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57600"/>
            <a:ext cx="28346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📖  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8346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📦  Download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Architect → App →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Accenture Technology  |  n.sureshmanikandan@accenture.com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6967</Words>
  <Application>Microsoft Office PowerPoint</Application>
  <PresentationFormat>Custom</PresentationFormat>
  <Paragraphs>754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Natarajan, Suresh Manikandan</dc:creator>
  <cp:keywords/>
  <dc:description>generated using python-pptx</dc:description>
  <cp:lastModifiedBy>Natarajan, Suresh Manikandan</cp:lastModifiedBy>
  <cp:revision>11</cp:revision>
  <dcterms:created xsi:type="dcterms:W3CDTF">2013-01-27T09:14:16Z</dcterms:created>
  <dcterms:modified xsi:type="dcterms:W3CDTF">2026-07-20T15:36:21Z</dcterms:modified>
  <cp:category/>
</cp:coreProperties>
</file>