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7.0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Architect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59" y="96012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96012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246888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39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246888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97763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51959" y="397763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39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3879" y="397763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1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863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548639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5229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8704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624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020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842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6791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42615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3375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3009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148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60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60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11776060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11776517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511776517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511776517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7023510972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7023511429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7023511429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7023511429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10535245884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10535246341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10535246341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10535246341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14046980796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14046981253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14046981253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14046981253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17558715708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755871616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1755871616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1755871616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1070450620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1070451077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21070451077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1070451077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 management + API Key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🔓  HTTP Request Node Has No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new outbound-call node will hit any URL it's given, including internal/private network addresses. Needs a host allowlist or denylist (and ideally a per-org config) before this is safe to expose in a production, multi-tenant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🗄️  No Formal Database Migration Tooling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New WorkflowRun columns added this cycle required a manual ALTER TABLE fix after schema drift was hit live. Alembic (already a listed dependency) isn't actually wired into the startup path — schema changes are still ad-hoc.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