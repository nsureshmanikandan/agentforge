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⚡  AgentForge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Enterprise AI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</a:rPr>
              <a:t>Build · Orchestrate · Deploy · Govern — AI Agents at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Azure OpenAI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PostgreSQL + pgvector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OpenTelemetry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Version 7.0  |  July 2026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AgentForge is an enterprise-grade AI Agent Platform that empowers Accenture developers and clients to design, build, simulate, deploy, and govern intelligent AI agents at scale — without deep ML expertise.
Powered by Azure OpenAI GPT-5.4-mini, it delivers a full-stack solution: a conversational Planning Architect (Prompt-to-Agent), a visual Workflow Builder, a built-in RAG pipeline, enterprise guardrails (PII + hallucination detection), multi-agent orchestration, voice agent support, and a real-time Control Plane — all with RBAC, audit logs, and OpenTelemetry observability baked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16 API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End-to-end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24 Frontend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Full SPA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10 DB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Relational + vector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Zero ML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Prompt-to-agent in &lt;2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02368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Enterprise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RBAC · Audit · 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</a:rPr>
              <a:t>Designed for Accenture | Delivered with Azure | Governed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🧩  Fragmented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Teams use disparate tools — LangChain, custom scripts, ad-hoc prompts — with no unified governance or reuse.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⏱️  Slow Time-to-Agent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Building, testing, and deploying even a simple RAG agent takes days of boilerplate coding and infra setup.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🔓  No Enterprise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No PII redaction, no hallucination checks, no audit trails — violating compliance and data privacy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📉  Zero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Once deployed, agents are black boxes. No tracing, no latency metrics, no ability to tune post-deployment.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🔁  No Reusability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Prompts, tools, and agent configs are siloed per project — no marketplace or shared blueprint library.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🗣️  No Voice/Multi-modal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Enterprises need voice-capable agents and multi-agent pipelines; existing DIY approaches lack this natively.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09728" cy="9144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FRONTEND  (React 18 + Vite + TypeScript + TailwindCSS)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Planning Architect · Agent Studio · Workflow Builder · RAG/KB · Playground · Voice · Safety · Evaluations · Control Plane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API GATEWAY  (FastAPI 0.115 · JWT/RBAC · OpenTelemetry)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Auth · Agents · RAG · Tools · Builder · Simulation · Control Plane · Safety · Evaluations · Voice · Architect · Team · API Keys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09728" cy="914400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CORE ENGINE  (Python 3.12)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· Multi-Agent Orchestrator · RAG Engine (FAISS + pgvector) · Guardrails (Presidio) · Simulation · Tool Registry · 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AI SERVICES  (Azure OpenAI)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(gpt-5.4-mini) · GPT-5.4-mini (gpt-5.4-mini) · Embeddings · Azure AI Search · Azure Speech (STT/TTS)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79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212079"/>
            <a:ext cx="10972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5779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DATA LAYER  (PostgreSQL 16 + pgvector + SQLAlchemy 2.0 async)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2355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users · agents · agent_versions · workflows · workflow_runs · knowledge_bases · documents · audit_logs · api_keys · voice_sessions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Core Feature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🧠  Planning Architect (Prompt-to-Agent)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Conversational AI that converts a plain-English description into a complete agent stack — plan, agents, tools, DB schema.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1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8143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🔧  Visual Workflow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3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Drag-and-drop canvas (React Flow) to wire manager + worker agents, tools, and conditions into pipelines. Full execution trace.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📚  RAG Pipeline &amp;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Upload PDF/DOCX/TXT → chunked → FAISS + pgvector → semantic retrieval. Per-agent KB scoping with Azure AI Search fallback.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🛡️  Enterprise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PII redaction (Presidio — SSN, email, CC, phone) + hallucination detection on every agent response. Per-agent toggle.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🤝  Multi-Agent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Manager agent fans out to N worker agents concurrently. Aggregates results. Supports sequential &amp; parallel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1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3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🗣️  Voice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3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Azure Speech STT → GPT-5.4-mini → Azure TTS pipeline. REST API for voice session management. Real-time audio I/O.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🧪  Simulation &amp; Evaluation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Run test scenarios against agents before deployment. Score output quality. Compare versions. Regression test suite.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🔒  RBAC &amp; API Key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Three roles: Admin · Developer · Viewer. Per-user JWT auth. Scoped API keys for programmatic agent invocation.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📊  Control Plane &amp; 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Live workflow status, modify running agents, pause/resume. OpenTelemetry traces + Azure Monitor + custom dashboards.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1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38143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📝  Audit Logs &amp; 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8143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Every agent action logged: user, action, resource, input/output snapshot, guardrail trigger, latency, trace ID.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🗂️  Prompt Library &amp; Blueprints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Curated prompt templates and reusable agent blueprints for common use cases (support, analytics, RAG Q&amp;A).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0032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⚡  Architect Download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One-click export of deployable RAG Scaffold or Custom Code ZIP (React + FastAPI) — production-ready in minutes.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ROI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⚡ Time-to-Agent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85%↓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From weeks → &lt;2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converts NL description into full agent stack instantly — no boilerplate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💰 Dev Cost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$18K+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~40 hrs/agent saved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Reusable blueprints, templates, and one-click ZIP export eliminate redundant 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🔒 Compliance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Automated PII redaction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Presidio-powered guardrails eliminate manual data masking effort and audit findings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📈 Quality Uplift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Pre-deploy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Test harness catches hallucinations and regressions before production — 3× fewer incidents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9B2"/>
                </a:solidFill>
              </a:rPr>
              <a:t>🔁 Reuse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60%↑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Shared blueprint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Marketplace of proven agent patterns reduces rebuild effort across teams and clients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📊 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Full trace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OTEL + Audit logs give L1 support full incident context — MTTR reduced by 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996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60120"/>
            <a:ext cx="1792224" cy="329184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522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9966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Lyzr Architect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96012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298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Microsoft AutoGen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0178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CrewAI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28930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(NL → Stack)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28930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Full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28930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1325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128930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178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161848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1655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Visual Workflow Builder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161848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522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161848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64024" y="1655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161848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7298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0178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194767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" y="1984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Built-in RAG 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194767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3522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194767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64024" y="1984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994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DIY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194767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7298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0178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227685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" y="2313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PII / Guardrails (Presidio)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227685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3522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227685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64024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994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227685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7298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4692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0178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2606040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4904" y="2642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Hallucination Detection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80360" y="260604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3522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2606040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64024" y="2642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994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20" y="2606040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7298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4692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0178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2935224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4904" y="2971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Multi-Agent Orchestration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80360" y="293522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3522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35224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64024" y="2971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8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994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8120" y="2935224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7298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70178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3264408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4904" y="3300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Voice Agent (STT/TTS)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80360" y="326440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3522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09160" y="3264408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764024" y="3300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5508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994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18120" y="3264408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7298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4692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0178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3593592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4904" y="3630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Control Plane (live modify)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80360" y="359359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3522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709160" y="3593592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764024" y="3630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508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994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18120" y="3593592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7298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4692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70178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3922776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74904" y="3959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Audit Logs + RBAC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80360" y="392277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93522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09160" y="3922776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64024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5508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0994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818120" y="3922776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87298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4692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178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425196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74904" y="42885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OpenTelemetry Observability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880360" y="425196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3522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709160" y="425196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64024" y="4288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5508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0994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818120" y="425196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87298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64692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70178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" y="458114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One-click Deployable ZIP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880360" y="458114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3522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58114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764024" y="4617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5508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0994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18120" y="458114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87298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64692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70178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20040" y="491032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74904" y="49469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Simulation / Eval Engine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880360" y="491032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93522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1032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764024" y="49469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5508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0994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818120" y="491032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87298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64692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70178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20040" y="523951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74904" y="5276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Azure-native (no vendor lock)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880360" y="523951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3522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709160" y="523951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764024" y="5276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OpenAI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35508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40994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18120" y="523951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87298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Azure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64692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70178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20040" y="556869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74904" y="5605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On-prem / Private Deployment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880360" y="556869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93522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709160" y="556869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764024" y="5605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SaaS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5508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40994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818120" y="556869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87298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64692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70178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Leadership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🎯 Strategic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AgentForge directly advances Accenture's AI-first mandate by creating a reusable internal platform that accelerates client delivery of AI agents. Every engagement that uses AgentForge compresses delivery timelines by 60–85%, improving margin and client NPS simultaneously.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🏆 Competitive Differentiation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No competitor today combines Prompt-to-Agent generation, built-in enterprise guardrails (PII+hallucination), voice agents, and a full observability stack in a single deployable platform. AgentForge positions Accenture as the go-to partner for enterprise-grade AI agent deployments.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💼 Client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Clients receive a production-ready, governable AI agent platform aligned with their Azure investment. They get faster innovation cycles, lower risk (compliance-ready guardrails), and full transparency (audit logs, OTEL) — without needing to build internal AI infrastructure from scratch.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83479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29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🌱 Platform Network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22391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The Blueprints Marketplace creates a virtuous cycle: every agent built on AgentForge adds to the shared library, reducing future build cost. Over 24 months this compounds into a proprietary IP moat for Accenture's AI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KPIs &amp; 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38404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📐 Platform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Active Users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50+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Auth login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Agents 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200+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agents table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Projects / Blueprints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100+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workflows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96012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⚡ Developer 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Time-to-First-Agent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&lt;5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Architect session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ZIP Downloads /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20+/week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buildSourceZip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Simulation Pass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&gt;90%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simulation.status=passed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🛡️ Governance &amp;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PII Triggers / 1000 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&lt;5 incidents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guardrail_triggered=true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Hallucination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hallucination_triggered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Audit Log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audit_logs completeness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3657600"/>
            <a:ext cx="566928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📊 Reliability &amp; Perf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API P95 Latency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&lt;800ms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OTEL latency histograms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Workflow Success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&gt;98%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workflow_runs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System Uptime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99.9%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health endpoint + OTEL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Database Schema (PostgreSQL 16 + pgvector)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749039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email (unique)  ·  hashed_password  ·  full_name
  ·  role (admin|developer|viewer)  ·  is_active  ·  created_at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960120"/>
            <a:ext cx="3749039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system_prompt
  ·  model (gpt-5.4-mini)  ·  tools (JSON)  ·  guardrails (JSON)  ·  created_by (FK→users)  ·  agent_type  ·  current_version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960120"/>
            <a:ext cx="3749039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agent_versions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version (int)  ·  snapshot (JSON)
  ·  created_at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68880"/>
            <a:ext cx="3749039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nodes (JSON)
  ·  edges (JSON)  ·  created_by (FK→users)  ·  created_at  ·  updated_at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2468880"/>
            <a:ext cx="3749039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399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workflow_runs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workflow_id (FK→workflows)  ·  trigger_input  ·  final_output
  ·  status  ·  node_logs (JSON)  ·  total_duration_ms  ·  triggered_at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2468880"/>
            <a:ext cx="3749039" cy="347472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knowledge_bases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agent_id (FK→agents)
  ·  created_by  · 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977639"/>
            <a:ext cx="3749039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kb_id (FK→knowledge_bases)  ·  filename  ·  content (TEXT)
  ·  chunk_count  ·  status (processing|ready)  ·  created_at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59" y="3977639"/>
            <a:ext cx="3749039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audit_logs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user_id  ·  action  ·  resource_type
  ·  resource_id  ·  input_snapshot (JSON)  ·  output_snapshot (JSON)  ·  guardrail_triggered  ·  latency_ms  ·  trace_id  ·  created_at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3977639"/>
            <a:ext cx="3749039" cy="34747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19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api_keys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key_prefix  ·  hashed_key
  ·  user_id (FK→users)  ·  is_active  ·  created_at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48639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486399"/>
            <a:ext cx="3749039" cy="347472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52297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voice_sessions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87044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user_id  ·  transcript (JSON)
  ·  status  ·  created_at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🖥️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18.3 + Vite 5 + TypeScript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TailwindCSS 3 (utility-first styling)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Flow (visual workflow canvas)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TanStack Query v4 (server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Lucide React (icon 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react-hot-toast (notifications)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Axios (API client)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2424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⚙️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FastAPI 0.115 + Uvicorn (ASGI)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 3.12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SQLAlchemy 2.0 (async ORM)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Alembic (migrations)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Pydantic v2 (validation)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424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python-jose (JWT auth)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2424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passlib + bcrypt (password hashing)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🤖 AI /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OpenAI GPT-5.4-mini + GPT-5.4-mini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LangChain 0.3 + LangChain-OpenAI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OpenAI SDK 1.84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FAISS (vector similarity)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pgvector 0.3 (PostgreSQL vectors)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Presidio (PII detection/anonymization)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AI Search (enterprise RAG)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17736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🗄️ Data &amp; 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PostgreSQL 16 + pgvector extension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7736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asyncpg (async DB driver)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Docker + Docker Compose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Speech (STT + TTS)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6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OpenTelemetry (traces + metrics)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17736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Monitor (OTEL exporter)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7736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pypdf + python-docx (doc parsing)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API Module Map  (16 Routers · FastAPI)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JWT login, register, me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36776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0078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CRUD agents, versions, tools, guardrails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1343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Knowledge bases, document upload &amp; chunking, semantic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0087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54095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Tool registry — list, register, invoke native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66744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30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Visual workflow save/load/run (nodes + edges)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4340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407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Run agent test scenarios, score outputs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20055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/api/architect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08406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generation, ZIP export (RAG Scaffold &amp; Custom Code)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69671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/api/control-plane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760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Live agent status, patch, pause, resume running workflows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96012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024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Guardrail policy configuration per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36776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/api/evaluations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17007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Batch evaluation runs, scoring metrics, version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31343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/api/voice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Voice session management, STT→LLM→TTS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990087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/api/api-keys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054095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Issue, list, revoke programmatic API keys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666744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7307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 invite, role assignment, team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34340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/api/audit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4074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Query audit logs, filter by user/action/resource/date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020055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/api/telemetry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08406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OpenTelemetry trace ingestion (OTLP/HTTP)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569671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760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Health check endpoint for load balancers and Kubernetes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Frontend Page Map  (24 Pages · React SPA)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🏠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Landing, quick actions, recent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🧠 Planning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Conversational prompt-to-agent, session history, plan/agents/app/db tabs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🔧 Agent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Create, edit, test, deploy, publish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8008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📐 Workflow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88168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React Flow drag-drop canvas, node config, trigger &amp;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📚 Knowledge 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Create KB, upload docs, view chunk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🎮 Playground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Interactive agent testing with streaming responses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🧪 Evaluations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Batch test runs, scoring, version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8008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🔒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88168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Guardrail policies per agent, PII/hallucination config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📊 Usage &amp;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Audit log viewer, latency stats, filter by action/agent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82696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74136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🌐 Control Plane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Live workflow status, modify/pause/resume running agents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🔭 Workflow 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Per-run execution trace, node-level latency breakdown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08008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🗣️ Voice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8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Voice session management, STT/TTS config, audio 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🗂️ Blueprints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Reusable agent blueprints library, clone to project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82696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4136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📝 Prompt Library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2856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Curated prompts, search, copy-to-agent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💡 What Should I Build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5512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AI-guided project ideation based on use-case description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08008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9448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🗺️ My Projects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88168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Project cards, download ZIP, open in Architect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🌍 Published Projects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Published agents visible to org members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82696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74136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🤝 Shared Projects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2856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Projects shared with you across the org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45352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36792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🛒 Marketplace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5512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Community agent templates — import &amp; customise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08008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9448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🔑 API Keys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88168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Generate, list, revoke programmatic keys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👥 Team Members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Invite, assign roles, deactivate users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2696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74136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📅 Agent Versions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2856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Version history, diff, rollback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45352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👤 Profile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User profile, password change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08008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99448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⚙️ Settings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88168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Org settings, Azure config, notification prefs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1: Prerequisites &amp;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📋  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Python 3.12+  ·  Node.js 20+ &amp; npm  ·  PostgreSQL 16  · 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pgvector extension: CREATE EXTENSION IF NOT EXISTS vector;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Azure OpenAI resource with gpt-5.4-mini + gpt-5.4-mini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969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Optional: Azure Speech, Azure AI Search, Azure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⚙️  Backend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169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Clone &amp; enter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git clone &lt;repo&gt;  &amp;&amp;  cd AgentForge/backend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5295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virtual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930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python -m venv venv  &amp;&amp;  .\venv\Scripts\activate  (Windows)
source venv/bin/activate  (Mac/Linux)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1422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05656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pip install -r requirements.txt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754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Configure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1830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Copy .env.example → .env
Set: AZURE_OPENAI_ENDPOINT, AZURE_OPENAI_API_KEY,
     AZURE_OPENAI_DEPLOYMENT_GPT4O=gpt-5.4-mini,
     DATABASE_URL=postgresql+asyncpg://postgres:postgres@localhost:5432/agentforge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3675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309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createdb agentforge  (PostgreSQL CLI)
psql -d agentforge -c 'CREATE EXTENSION IF NOT EXISTS vector;'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9801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Run the API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943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uvicorn app.main:app --reload --port 8000
✅  API: http://localhost:8000
✅  Swagger: http://localhost:8000/docs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2: Frontend, Ports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🖥️  Frontend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62456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624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Enter frontend 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cd AgentForge/frontend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0824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208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8424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79191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79191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6791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Start dev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42615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run dev
✅  Frontend: http://localhost:5173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337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Login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300984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Admin: admin@agentforge.io / admin123
(seeded automatically on first startup)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🔌  Port Assignment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148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Backend (FastAPI)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Main API, Swagger at /docs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117760600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11776517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511776517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Frontend (Vite)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11776517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React SPA dev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7023510972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7023511429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7023511429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Backend (downloaded ZIP)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7023511429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/api/chat, /api/documents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105352458840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0535246341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10535246341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Backend (downloaded ZIP)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0535246341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/api/ask-question, /api/upload-document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14046980796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14046981253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14046981253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Frontend (downloaded ZIP)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4046981253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175587157080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17558716165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1755871616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Frontend (downloaded ZIP)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17558716165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1070450620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21070451077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4318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21070451077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OpenTelemetry OTLP/HTTP (optional)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1070451077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Jaeger / Grafana OTEL collector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Planning Architect — Prompt-to-Agent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 describes use case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e.g. 'Build a policy analysis agent that ingests company documents and answers compliance questions'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GPT-5.4-mini generates full project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Architecture · Tech stack · Agent configs · Tool list · DB schema · Security considerations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Agents tab — agent cards 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Each agent gets: name, type, model, system prompt, tools list, guardrails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1208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App tab — live sandbox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Interactive 3-panel chat UI rendered immediately: left sidebar (docs), main chat, right panel (KB stats)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19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RAG Scaffold ZIP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19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Complete React + FastAPI project using /api/chat + /api/documents routes → proxy target port 8001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19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Custom Code ZIP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19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generates bespoke App.tsx → renderMarkdown + /api/ask-question + /api/upload-document → port 8002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19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Database tab — entity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19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matching the planned agent's data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Guardrails &amp; Safety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01168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Guardrails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PII Redaction
(Presidio)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Hallucination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097280"/>
            <a:ext cx="201168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Agent Response
(Sanitized)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194560"/>
            <a:ext cx="3749039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🔍 PII Entities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EMAIL_ADDRESS — e.g. john@example.com → &lt;EMAIL&gt;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PHONE_NUMBER — e.g. 555-123-4567 → &lt;PHONE_NUMBER&gt;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PERSON — named entity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CREDIT_CARD — 16-digit card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US_SSN — Social Security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Powered by Microsoft Presidio Analyzer + Anonymizer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2194560"/>
            <a:ext cx="3749039" cy="41148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⚠️ Hallucination Phrases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Uncertainty phrase matching on agent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'I'm not sure but', 'I think maybe'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cannot verify', 'it might be'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believe but I'm not certain'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Result: flagged in audit log + response annotated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Per-agent enable/disable via guardrails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19" y="2194560"/>
            <a:ext cx="3749039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504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📋 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Every guardrail trigger logged to audit_logs 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Fields: guardrail_triggered (bool), trace_id, latency_ms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Searchable via /api/audit with filter params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Exportable for compliance reporting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OpenTelemetry span attributes: pii_triggered, hallucination_triggered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Zero-trust: logs never omitted even on 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✅ Phase 1 — Complete  (Q1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Core platform: Auth + RBAC + Agent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Azure OpenAI integration (GPT-5.4-mini + GPT-5.4-mini)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RAG pipeline (FAISS + pgvector)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Guardrails engine (PII + hallucination)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Multi-agent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Planning Architect (Prompt-to-Agent + ZIP export)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OpenTelemetry observability + Audit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🚀 Phase 2 — In Progress  (Q2–Q3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Visual Workflow Builder (React Flow canvas)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Simulation &amp; Evaluation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Voice Agent pipeline (Azure Speech STT/TTS)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Safety policy configuration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Blueprints Marketplace (shared templates)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Team management + API Key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Control Plane (live agent modification)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🔮 Phase 3 — Planned  (Q4 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Multi-modal agents (image + document input)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Agent-to-Agent collaboration (A2A protocol)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Kubernetes Helm chart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SSO / Azure AD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Fine-tuning pipeline for domain adaptation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Cost analytics per agent (token usage billing)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performance benchmarking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75488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9448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💡 Phase 4 — Vision  (2027+)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Autonomous agent self-improvement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Cross-org agent marketplace with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Real-time multi-agent collaboration canvas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Regulatory compliance packs (HIPAA, GDPR, SOC2)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Edge deployment (on-device agents)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Federated learning for privacy-preserving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GenAI Operations (GenAIOps) full lifecycle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Hardening Pass —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The Architect (Prompt-to-Agent) flow was taken from a working prototype to a production-grade generator through five focused workstreams — each independently designed, implemented, live-tested against real Azure OpenAI calls, and code-reviewed.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🎯  Domain-Aware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Expanded from 2 hardcoded app types to 10 real domains (HR, Sales, Legal, Support, Marketing, Dev Tool, Analyst, Data, Chatbot, Custom) — each with its own enterprise-grade layout, labels, and 46 upgraded multi-agent prompts.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📊  Real Data, Not Fabricated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Sandbox previews and downloadable Custom Code now seed dashboards/tables from real uploaded sample data (CSV/Excel) instead of GPT-4o inventing plausible-looking numbers — verified exact-match against source files.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🗄️  Enterprise Layers 3–5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+ migrations on first run · OpenTelemetry tracing on every LLM call · an AI-scored feedback loop that few-shots top-rated plans back into future generations.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🔐  Real SSO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Azure AD / Entra ID keyword-detected from the plan → genuine JWT-validation middleware (JWKS, aud/iss/exp checks) + real MSAL frontend login in the Custom Code ZIP, gated by an SSO_ENABLED toggle for local dev.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📁  Real File Upload Parsing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Sandbox: real client-side CSV/XLSX parsing (no fake success toasts). Custom Code backend: real PDF (PyPDF2) and DOCX (python-docx) extraction, closing a gap where both libraries were required but never 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Domain-Aware Generation Across 10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General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Legal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Productivity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Analysts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 &amp;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2402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Each domain gets its own enterprise-standard layout (correct sidebar labels, KPI tiles, charts) instead of a generic one-size-fits-all template — 46 Prompt Library prompts upgraded to multi-agent specs with a matching realistic sample data file per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Before → After: Real Data Seeding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29000"/>
            <a:ext cx="5577840" cy="2651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429000"/>
            <a:ext cx="557784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❌ Before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"Contracts in Review: 128" — a fabricated round number,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unrelated to the real uploaded contract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"Outlook Reminders Sent: 12" — invented for every render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Same issue in the Custom Code ZIP's seed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429000"/>
            <a:ext cx="5577840" cy="2651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429000"/>
            <a:ext cx="55778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After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"Contracts in Review: 4" · "High Risk: 3" — verified exact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match against the real 10-row sample CSV's actual counts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"Total contract value: $9,579,000" — sum of real value_usd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column, byte-for-byte traceable to the uploaded 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Enterprise Layers 3–5: DB · Observability · AI Reinforcement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0332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🗄️  Layer 3 — DB Auto-Setup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Domain-specific PostgreSQL schema (db/init.sql)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for each of the 10 app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Idempotent run_migrations.py runs on first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startup — no manual DB scripting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7096" y="1005840"/>
            <a:ext cx="3703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📡  Layer 4 — OpenTelemetry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Every LLM call (KB extraction, UI generation,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frontend/backend generation) wrapped in a real span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telemetry.py + docker-compose.jaeger.yml auto-injected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into every downloaded Custom Code ZIP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1005840"/>
            <a:ext cx="37033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🔁  Layer 5 — AI Reinforcement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👍 / 👎 feedback widget on every generated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GPT-4o self-scores plans across 5 quality dimensions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Top-rated plans few-shot-injected into future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prompts — the system improves from its own best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406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All three layers were verified live: real docker-compose migrations, real span data visible in a tracing backend, and a real thumbs-up → /feedback → /feedback/top → few-shot round-trip.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Real SSO Integration &amp; Real File Upload Parsing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577840" cy="5120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5778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🔐 Real SSO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Plan answers like "Internal enterprise app with SSO" used to
only affect descriptive text — zero real auth code was generated
Now: keyword-detected from the plan summary (same pattern as
domain detection) → triggers a real backend + frontend scaffold:
• backend/app/auth/sso.py — real JWT validation via Azure AD's
  JWKS endpoint, checks aud/iss/exp, python-jose
• src/auth/msalConfig.ts + useAuth.ts — real @azure/msal-browser
  login flow, attaches real Bearer tokens to API calls
• SSO_ENABLED=false by default — app still runs locally without
  a real Azure AD tenant; flip to true once configured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960120"/>
            <a:ext cx="5577840" cy="5120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79" y="960120"/>
            <a:ext cx="55778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39" y="1024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📁 Real File Upload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39" y="150876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Upload buttons in both the sandbox and downloaded backend were
decorative — a canned success toast regardless of what was picked
Now — Sandbox (client-side, no backend):
• Real &lt;input type="file"&gt; + FileReader + the already-loaded
  SheetJS library — genuine CSV/XLSX parsing, real row preview
Now — Custom Code backend (real Python):
• PyPDF2 for real PDF text extraction, python-docx for real DOCX
• Forbids the "decode raw bytes as UTF-8" anti-pattern found
  live in a custom-named ingest endpoint — would have corrupted
  any real PDF/DOCX upload into garbage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Hardening ROI — Risk &amp; Rework Avoided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🎭 Demo Credibility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Fabricated → real dashboard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Client-facing demos now show numbers traceable to real uploaded data, eliminating a
credibility risk when a stakeholder cross-checks a KPI against source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🔓 Security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SSO answer → real auth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Closes a real gap where an "Enterprise app with SSO" answer previously shipped zero
authentication code — a downloaded project would have been deployed wide 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📉 Data-Corruption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PDF/DOCX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Forbids a found anti-pattern (raw UTF-8 decode on binary files) that would silently
corrupt any real PDF/DOCX contract, resume, or document a user actually uploads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</a:rPr>
              <a:t>🧪 Escaped Defects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Found via live testing, not assumed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Nine real bugs (session pollution, stale feedback state, false-positive SSO detection,
env-file clobbering, and more) caught by regenerating real apps end-to-end, not just code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🌐 Domain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2 hardcoded types → 10 real domains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Every Prompt Library category now gets a correct, enterprise-appropriate layout instead
of a generic template mismatched to the actual business domain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🔁 Continuous Improvement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Manual tuning → self-scoring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The AI reinforcement loop means generation quality compounds over time from real
usage feedback, instead of staying frozen at whatever quality shipped on day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Visual Workflow Builder — Conditional Logic, Routing &amp;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 real decision-making execution engine — not just a flowchart. Every branch below genuinely changes which nodes run, verified against live Azure OpenAI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087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❓  Condition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0195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Rule (e.g. "days &lt;= 2") evaluated safely via simpleeval — never Python's eval() — against variables an LLM extracts from the running text. Only the matching true/false branch executes; the other is fully skipped, including convergent downstream nodes.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1371600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1" y="15087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🔀  Router Nodes — Real Branching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1" y="190195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 router's LLM decision is classified against its labeled outgoing edges (e.g. "Fast"/"Deep") and only ONE branch runs — replacing the previous behavior where every downstream node executed regardless of the routing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80720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✉️  Human-in-the-Loop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20040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An approval node genuinely pauses the pipeline, sends a real email via SMTP, and exposes a dedicated /approvals/{run_id} page where a reviewer can Approve or Reject — resuming execution from exactly where it paused.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2670048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1" y="280720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🌐  HTTP Request Node — Outbound API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1" y="320040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New node type: configurable method (GET/POST/PUT/PATCH/DELETE), URL, JSON headers and body, with a {{input}} placeholder to inject the previous node's output — giving workflows real external-API integration for the first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68496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105656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🐍  Faithful Python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449884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"Export Code" now generates a script that ports the exact same topological sort, condition/approval/router/http_request logic as the live engine — not a flat linear stub — plus an optional --openai flag to run it against a real LLM.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3968496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1" y="4105656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📄  Export / Import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1" y="449884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 lossless, round-trippable workflow backup format — separate from the one-way Python export — with a genuine "browse and load" file picker to restore a canvas exactly as it was, verified after a full wipe-and-reload cycle.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266944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5404104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📊  Workflow Runs — Approval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79729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The observability dashboard now surfaces an "Awaiting Approval" count and a direct "Review →" link on paused runs — closing a gap where there was previously no in-app path to the approval screen at all.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79" y="5266944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1" y="5404104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🎨  Execution-State 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1" y="579729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Nodes now genuinely pulse amber while running and turn green on completion — the color-coding logic existed in code but was never actually wired to canvas-created nodes until this pass; idle edges are blue, executed edges turn green.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Known Limitations &amp; Next Hardening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Shipping fast means shipping honestly. These are confirmed, currently-open gaps — not hypothetical risks — found and verified during this build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🔧  Agent Studio Tools Are Not Wired to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tool checkboxes on an Agent (Slack, GitHub, Jira, Google Drive, web search, calculator) are saved to the database but never read at runtime — checking a box today has zero effect. No LLM function/tool-calling is implemented anywhere in the platform yet.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🔓  HTTP Request Node Has No SSRF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new outbound-call node will hit any URL it's given, including internal/private network addresses. Needs a host allowlist or denylist (and ideally a per-org config) before this is safe to expose in a production, multi-tenant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⏰  JWT Sessions Expire Without Silent Refresh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8-hour token lifetime has no refresh flow — long sessions eventually fail with a raw "Invalid token" error on any authenticated action until the user logs in again. A refresh-token flow would remove this rough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🗄️  No Formal Database Migration Tooling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New WorkflowRun columns added this cycle required a manual ALTER TABLE fix after schema drift was hit live. Alembic (already a listed dependency) isn't actually wired into the startup path — schema changes are still ad-hoc.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🧭  Exported Python Uses Canvas Order as a Tiebreaker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topological sort ported into Export Code is correct for the graphs tested, but canvas creation order (not a formal secondary sort key) breaks ties — fine in practice, but worth a closer look for pathological or cyclic graphs.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</a:rPr>
              <a:t>Build the next generation of enterprise AI agents —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283464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🚀  Start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localhost:5173/architect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657600"/>
            <a:ext cx="28346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📖  API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657600"/>
            <a:ext cx="28346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📦  Download 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Architect → App →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Accenture Technology  |  n.sureshmanikandan@accenture.com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