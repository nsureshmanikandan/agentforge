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ENTERPRISE AI AGENT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8"/>
                </a:solidFill>
              </a:rPr>
              <a:t>Build, orchestrate, test, and govern production-grade AI agents — visually.
No boilerplate. No vendor lock-in. Azure-native.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11274552" cy="18288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743200" cy="384048"/>
          </a:xfrm>
          <a:prstGeom prst="rect">
            <a:avLst/>
          </a:prstGeom>
          <a:solidFill>
            <a:srgbClr val="1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60A5FA"/>
                </a:solidFill>
              </a:rPr>
              <a:t>13 Enterprise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108960"/>
            <a:ext cx="2743200" cy="384048"/>
          </a:xfrm>
          <a:prstGeom prst="rect">
            <a:avLst/>
          </a:prstGeom>
          <a:solidFill>
            <a:srgbClr val="0F3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86EFAC"/>
                </a:solidFill>
              </a:rPr>
              <a:t>32 / 32 Tests Passing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108960"/>
            <a:ext cx="2743200" cy="384048"/>
          </a:xfrm>
          <a:prstGeom prst="rect">
            <a:avLst/>
          </a:prstGeom>
          <a:solidFill>
            <a:srgbClr val="2D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C4B5FD"/>
                </a:solidFill>
              </a:rPr>
              <a:t>RBAC + Audit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3108960"/>
            <a:ext cx="2743200" cy="384048"/>
          </a:xfrm>
          <a:prstGeom prst="rect">
            <a:avLst/>
          </a:prstGeom>
          <a:solidFill>
            <a:srgbClr val="3D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FBBF24"/>
                </a:solidFill>
              </a:rPr>
              <a:t>PII Guardrails Built-in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React 18 · Vite · TypeScript · ReactFlow · Zustand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Python 3.12 · FastAPI · SQLAlchemy · LangChain · Presidio · PostgreSQL + pgvector ·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112545"/>
                </a:solidFill>
              </a:rPr>
              <a:t>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Enterprise AI agents are broken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566160" cy="320040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45720" cy="320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🧱  Code-Heavy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67712"/>
            <a:ext cx="338327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Most frameworks demand deep Python expertise
before a single agent can run in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920240"/>
            <a:ext cx="3566160" cy="320040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920240"/>
            <a:ext cx="45720" cy="320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🚨  Zero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67712"/>
            <a:ext cx="338327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Open-source tools ship with no PII protection
or hallucination checks — a compliance risk.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920240"/>
            <a:ext cx="3566160" cy="320040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84464" y="1920240"/>
            <a:ext cx="45720" cy="320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20116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🌑  Black-Box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267712"/>
            <a:ext cx="338327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No way to observe, version, test or audit what
agents actually do after they are deployed.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94960"/>
            <a:ext cx="11274552" cy="914400"/>
          </a:xfrm>
          <a:prstGeom prst="rect">
            <a:avLst/>
          </a:prstGeom>
          <a:solidFill>
            <a:srgbClr val="11082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440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AgentForge solves all three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Visual builder  ·  Enterprise guardrails  ·  Full observability  —  one Azure-native, self-hosted 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</a:rPr>
              <a:t>What AgentForge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5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Visual Agent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Drag-drop ReactFlow canvas. Compose full
multi-agent pipelines with no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0832" y="1371600"/>
            <a:ext cx="3657600" cy="45720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Prompt-to-Agent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One English sentence → GPT-4o generates
name, system prompt, tools &amp; guardrails.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4464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84464" y="1371600"/>
            <a:ext cx="3657600" cy="4572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Multi-Agent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Manager agent delegates to workers.
Each worker runs its own guardrails pass.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657600" cy="4572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RAG Knowledge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Ingest PDFs &amp; docs via LangChain.
Grounded answers with source citations.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70832" y="3749039"/>
            <a:ext cx="3657600" cy="4572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98848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Enterprise 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Presidio PII redaction + hallucination
detection baked into every agent run.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84464" y="3749039"/>
            <a:ext cx="3657600" cy="45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Control Plane &amp;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Live stats, full run history, versioning,
guardrail triggers, RBAC enforcement.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FEATURE SPOTLIGHT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Visual Agent Builder &amp;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12064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45720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Drag-Drop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84831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ReactFlow v12 with dark mode, animated edges,
and dot-grid background. No code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512064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45720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01752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Manager / Worker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7355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Manager agent decides worker execution order
via a JSON list. Workers run sequentially.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12064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45720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2062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Prompt-to-Agent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6227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Describe your agent in plain English —
GPT-4o generates full config in 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512064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5303520"/>
            <a:ext cx="45720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539496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 Config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65099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Set name, system prompt, model (GPT-4o / 4.5),
tool toggles, and guardrails in a sidebar.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737360"/>
            <a:ext cx="5760720" cy="475488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1828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88CC"/>
                </a:solidFill>
              </a:rPr>
              <a:t>CANVAS TOPOLOGY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331720"/>
            <a:ext cx="1554480" cy="457200"/>
          </a:xfrm>
          <a:prstGeom prst="rect">
            <a:avLst/>
          </a:prstGeom>
          <a:solidFill>
            <a:srgbClr val="102A55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Input Node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331720"/>
            <a:ext cx="1554480" cy="457200"/>
          </a:xfrm>
          <a:prstGeom prst="rect">
            <a:avLst/>
          </a:prstGeom>
          <a:solidFill>
            <a:srgbClr val="185FA5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2331720"/>
            <a:ext cx="1554480" cy="457200"/>
          </a:xfrm>
          <a:prstGeom prst="rect">
            <a:avLst/>
          </a:prstGeom>
          <a:solidFill>
            <a:srgbClr val="102A55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383280"/>
            <a:ext cx="1645920" cy="457200"/>
          </a:xfrm>
          <a:prstGeom prst="rect">
            <a:avLst/>
          </a:prstGeom>
          <a:solidFill>
            <a:srgbClr val="0F4D2A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Worker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3383280"/>
            <a:ext cx="1645920" cy="457200"/>
          </a:xfrm>
          <a:prstGeom prst="rect">
            <a:avLst/>
          </a:prstGeom>
          <a:solidFill>
            <a:srgbClr val="0F4D2A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Worker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4389120"/>
            <a:ext cx="1645920" cy="457200"/>
          </a:xfrm>
          <a:prstGeom prst="rect">
            <a:avLst/>
          </a:prstGeom>
          <a:solidFill>
            <a:srgbClr val="3D1C00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Worker 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4389120"/>
            <a:ext cx="1645920" cy="457200"/>
          </a:xfrm>
          <a:prstGeom prst="rect">
            <a:avLst/>
          </a:prstGeom>
          <a:solidFill>
            <a:srgbClr val="3D1C00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Tool: Slack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486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AADD"/>
                </a:solidFill>
              </a:rPr>
              <a:t>Unlimited agent nodes per workflow  ·  Single or multi-agent modes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3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FEATURE SPOTLIGHT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RAG Pipeline &amp;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4572000" cy="4572000"/>
          </a:xfrm>
          <a:prstGeom prst="rect">
            <a:avLst/>
          </a:prstGeom>
          <a:solidFill>
            <a:srgbClr val="022018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CCAA"/>
                </a:solidFill>
              </a:rPr>
              <a:t>PIPELINE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1. Upload PDF / TXT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2. Auto-detect format &amp; 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3. Chunk into 500-token segments (50-token overlap)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4. Store in PostgreSQL + pgvector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5. Retrieve top-3 chunks at query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6. Inject into GPT-4o context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</a:rPr>
              <a:t>7. Return grounded answer + source citations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737360"/>
            <a:ext cx="621792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0" y="1737360"/>
            <a:ext cx="45720" cy="10972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96128" y="182880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PDF + Text 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2084831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PyPDFLoader &amp; TextLoader auto-detect
file type on upload. Batch ingest ready.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926080"/>
            <a:ext cx="621792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0" y="2926080"/>
            <a:ext cx="45720" cy="10972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96128" y="30175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Recursive Chunking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327355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500-token chunks, 50-token overlap via
LangChain RecursiveCharacterTextSplitter.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4114800"/>
            <a:ext cx="621792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0" y="4114800"/>
            <a:ext cx="45720" cy="10972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96128" y="420624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Semantic 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446227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Top-K keyword scoring retrieves the
3 most relevant chunks per query.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5303520"/>
            <a:ext cx="621792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0" y="5303520"/>
            <a:ext cx="45720" cy="10972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96128" y="53949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Grounded Answers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565099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Chunks injected into GPT-4o context;
response includes source attribution.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FEATURE SPOTLIGHT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Enterprise Guardrails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03520" cy="2286000"/>
          </a:xfrm>
          <a:prstGeom prst="rect">
            <a:avLst/>
          </a:prstGeom>
          <a:solidFill>
            <a:srgbClr val="280A0A"/>
          </a:solidFill>
          <a:ln w="12700">
            <a:solidFill>
              <a:srgbClr val="99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PII REDACTION — Microsoft Presidio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87171"/>
                </a:solidFill>
              </a:rPr>
              <a:t>EMAIL_ADDRESS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18488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87171"/>
                </a:solidFill>
              </a:rPr>
              <a:t>PHONE_NUMBER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42616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87171"/>
                </a:solidFill>
              </a:rPr>
              <a:t>PERSON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66744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87171"/>
                </a:solidFill>
              </a:rPr>
              <a:t>CREDIT_CARD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0872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87171"/>
                </a:solidFill>
              </a:rPr>
              <a:t>US_SSN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AnalyzerEngine + AnonymizerEngine  ·  Redacts and logs each trigger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97680"/>
            <a:ext cx="5303520" cy="1828800"/>
          </a:xfrm>
          <a:prstGeom prst="rect">
            <a:avLst/>
          </a:prstGeom>
          <a:solidFill>
            <a:srgbClr val="281A00"/>
          </a:solidFill>
          <a:ln w="12700">
            <a:solidFill>
              <a:srgbClr val="99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HALLUCINATION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Phrase-pattern engine flags uncertain language.
Every output scored before leaving the system.
Configurable sensitivity per agent.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5486400" cy="4389120"/>
          </a:xfrm>
          <a:prstGeom prst="rect">
            <a:avLst/>
          </a:prstGeom>
          <a:solidFill>
            <a:srgbClr val="051020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77AA"/>
                </a:solidFill>
              </a:rPr>
              <a:t>GUARDRAIL DECISION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31720"/>
            <a:ext cx="5029200" cy="640080"/>
          </a:xfrm>
          <a:prstGeom prst="rect">
            <a:avLst/>
          </a:prstGeom>
          <a:solidFill>
            <a:srgbClr val="0C2A4A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60A5FA"/>
                </a:solidFill>
              </a:rPr>
              <a:t>Agent produces raw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44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246120"/>
            <a:ext cx="5029200" cy="640080"/>
          </a:xfrm>
          <a:prstGeom prst="rect">
            <a:avLst/>
          </a:prstGeom>
          <a:solidFill>
            <a:srgbClr val="280A0A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87171"/>
                </a:solidFill>
              </a:rPr>
              <a:t>PII scan  →  redact matches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587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160520"/>
            <a:ext cx="5029200" cy="640080"/>
          </a:xfrm>
          <a:prstGeom prst="rect">
            <a:avLst/>
          </a:prstGeom>
          <a:solidFill>
            <a:srgbClr val="281A00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FBBF24"/>
                </a:solidFill>
              </a:rPr>
              <a:t>Hallucination scan  →  flag if triggered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7731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074920"/>
            <a:ext cx="5029200" cy="640080"/>
          </a:xfrm>
          <a:prstGeom prst="rect">
            <a:avLst/>
          </a:prstGeom>
          <a:solidFill>
            <a:srgbClr val="0A220A"/>
          </a:solidFill>
          <a:ln w="9525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86EFAC"/>
                </a:solidFill>
              </a:rPr>
              <a:t>Safe output returned + audit logged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FEATURE SPOTLIGHT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</a:rPr>
              <a:t>Control Plane, Versioning &amp; Observability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5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Live Stats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Total agents, runs, guardrail triggers,
avg latency — updated on every API call.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0832" y="1371600"/>
            <a:ext cx="3657600" cy="45720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Agent Versioning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Every save creates an immutable
AgentVersion snapshot — roll back anytime.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4464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84464" y="1371600"/>
            <a:ext cx="3657600" cy="4572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Full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Every run logs: action, input/output
snapshots, latency, guardrail triggers.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657600" cy="4572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Simulation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Define test cases with expected outputs.
Batch-run pre-production, score pass rate.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70832" y="3749039"/>
            <a:ext cx="3657600" cy="4572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98848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RBAC + JWT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Admin / Developer / Viewer roles.
JWT enforced on every FastAPI route.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84464" y="3749039"/>
            <a:ext cx="3657600" cy="45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Tool Registry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7 native integrations: web search,
calculator, email, Slack, GitHub, Jira.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NATIVE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 Tools Ready Out of the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45720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Web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67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Live internet queries with
result parsing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920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920240"/>
            <a:ext cx="45720" cy="20116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3008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267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Safe math eval using
Python's math module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45720" cy="20116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267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Send emails via
credentialed SMTP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920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35440" y="1920240"/>
            <a:ext cx="45720" cy="201168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45168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Slack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267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messages to
channels or DMs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45720" cy="201168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42976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553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Read repos, open issues,
create pull requests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206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83280" y="4206240"/>
            <a:ext cx="45720" cy="20116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93008" y="42976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Jira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4553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Create, update, and
query Jira tickets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4206240"/>
            <a:ext cx="45720" cy="20116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42976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Google Drive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553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Read, write, and search
Drive files from any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Full-Stack, Cloud-Native, Containerised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749039" cy="4892040"/>
          </a:xfrm>
          <a:prstGeom prst="rect">
            <a:avLst/>
          </a:prstGeom>
          <a:solidFill>
            <a:srgbClr val="08142A"/>
          </a:solidFill>
          <a:ln w="12700">
            <a:solidFill>
              <a:srgbClr val="22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2128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React 18 + Vite + TypeScript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16352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ReactFlow v12 — canvas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38144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456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Zustand — state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59935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Axios — API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81728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7000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TailwindCSS — styling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3218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React Router DOM v6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25312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JWT localStorage auth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691640"/>
            <a:ext cx="3749039" cy="4892040"/>
          </a:xfrm>
          <a:prstGeom prst="rect">
            <a:avLst/>
          </a:prstGeom>
          <a:solidFill>
            <a:srgbClr val="08142A"/>
          </a:solidFill>
          <a:ln w="12700">
            <a:solidFill>
              <a:srgbClr val="22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1783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</a:rPr>
              <a:t>BACKEND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194560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22128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Python 3.12 + FastAPI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816352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SQLAlchemy 2.0 async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438144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3456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LangChain — RAG pipeline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4059935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Presidio — PII guardrails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681728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26280" y="47000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Pydantic v2 + python-jose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5303520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26280" y="53218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spaCy en_core_web_lg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5925312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2628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bcrypt==4.0.1 pinned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691640"/>
            <a:ext cx="3749039" cy="4892040"/>
          </a:xfrm>
          <a:prstGeom prst="rect">
            <a:avLst/>
          </a:prstGeom>
          <a:solidFill>
            <a:srgbClr val="08142A"/>
          </a:solidFill>
          <a:ln w="12700">
            <a:solidFill>
              <a:srgbClr val="22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66760" y="1783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INFRA &amp; 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2194560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58200" y="22128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Azure OpenAI GPT-4o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2816352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5820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Azure OpenAI GPT-4.5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438144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58200" y="3456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PostgreSQL 16 + pgvector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4059935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5820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Docker Compose stack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4681728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58200" y="47000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pytest + pytest-asyncio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5303520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58200" y="53218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Alembic migrations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5925312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5820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pg_isready healthcheck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Where AgentForge Shines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Financial Document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Ingest annual reports → RAG agent answers investor questions.
PII guardrails block SSN / account number disclosure.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828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Healthcare Triage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76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Intake agent → diagnosis agent → scheduling agent pipeline.
Presidio removes patient PII before any LLM call.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1828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84464" y="1828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DevOps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176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Manager delegates: GitHub reads PRs, Jira updates tickets,
Slack sends summaries — one workflow.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Business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62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Upload quarterly reports → agents extract KPIs, generate
executive summaries, post to Slack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4114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4114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Enterprise Knowledge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462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HR, legal &amp; compliance docs ingested via RAG. Employees ask
questions in plain English; agents answer with citations.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4114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84464" y="4114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Pre-Production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462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Simulation engine batch-runs test cases overnight.
Only agents with 90%+ pass rate get promoted to prod.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MARKET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AgentForge vs Lyzr Architect — Feature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637690"/>
              </p:ext>
            </p:extLst>
          </p:nvPr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AgentForge</a:t>
                      </a:r>
                    </a:p>
                  </a:txBody>
                  <a:tcPr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Lyzr Architect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1E293B"/>
                          </a:solidFill>
                        </a:rPr>
                        <a:t>Visual drag-drop canvas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sz="1000" b="0" dirty="0">
                          <a:solidFill>
                            <a:srgbClr val="1E293B"/>
                          </a:solidFill>
                        </a:rPr>
                        <a:t>✅ </a:t>
                      </a:r>
                      <a:r>
                        <a:rPr sz="1000" b="0" dirty="0" err="1">
                          <a:solidFill>
                            <a:srgbClr val="1E293B"/>
                          </a:solidFill>
                        </a:rPr>
                        <a:t>ReactFlow</a:t>
                      </a:r>
                      <a:r>
                        <a:rPr sz="1000" b="0" dirty="0">
                          <a:solidFill>
                            <a:srgbClr val="1E293B"/>
                          </a:solidFill>
                        </a:rPr>
                        <a:t> v12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</a:rPr>
                        <a:t>Prompt-to-agent (NL)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sz="1000" b="0">
                          <a:solidFill>
                            <a:srgbClr val="1E293B"/>
                          </a:solidFill>
                        </a:rPr>
                        <a:t>✅ GPT-4o powered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</a:rPr>
                        <a:t>Multi-agent orchestration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sz="1000" b="0">
                          <a:solidFill>
                            <a:srgbClr val="1E293B"/>
                          </a:solidFill>
                        </a:rPr>
                        <a:t>✅ Manager/worker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</a:rPr>
                        <a:t>RAG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sz="1000" b="0">
                          <a:solidFill>
                            <a:srgbClr val="1E293B"/>
                          </a:solidFill>
                        </a:rPr>
                        <a:t>✅ LangChain+pgvector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</a:rPr>
                        <a:t>PII redaction (Presidio)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sz="1000" b="0">
                          <a:solidFill>
                            <a:srgbClr val="1E293B"/>
                          </a:solidFill>
                        </a:rPr>
                        <a:t>✅ Always-on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</a:rPr>
                        <a:t>Simulation / test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sz="1000" b="0">
                          <a:solidFill>
                            <a:srgbClr val="1E293B"/>
                          </a:solidFill>
                        </a:rPr>
                        <a:t>✅ Batch test runner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1E293B"/>
                          </a:solidFill>
                        </a:rPr>
                        <a:t>Audit logs + control plane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sz="1000" b="0">
                          <a:solidFill>
                            <a:srgbClr val="1E293B"/>
                          </a:solidFill>
                        </a:rPr>
                        <a:t>✅ Full FastAPI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</a:rPr>
                        <a:t>Azure-native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sz="1000" b="0">
                          <a:solidFill>
                            <a:srgbClr val="1E293B"/>
                          </a:solidFill>
                        </a:rPr>
                        <a:t>✅ GPT-4o + GPT-4.5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E293B"/>
                          </a:solidFill>
                        </a:rPr>
                        <a:t>❌ OpenAI SaaS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</a:rPr>
                        <a:t>Self-hosted / open source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sz="1000" b="0">
                          <a:solidFill>
                            <a:srgbClr val="1E293B"/>
                          </a:solidFill>
                        </a:rPr>
                        <a:t>✅ Docker Compose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E293B"/>
                          </a:solidFill>
                        </a:rPr>
                        <a:t>❌ SaaS only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</a:rPr>
                        <a:t>Agent versioning snapshots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sz="1000" b="0">
                          <a:solidFill>
                            <a:srgbClr val="1E293B"/>
                          </a:solidFill>
                        </a:rPr>
                        <a:t>✅ Immutable history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E293B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1E293B"/>
                          </a:solidFill>
                        </a:rPr>
                        <a:t>Pre-production simulation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sz="1000" b="0" dirty="0">
                          <a:solidFill>
                            <a:srgbClr val="1E293B"/>
                          </a:solidFill>
                        </a:rPr>
                        <a:t>✅ Pass-rate scoring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AgentForge vs The Broader Market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455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Visual Canvas</a:t>
                      </a:r>
                    </a:p>
                  </a:txBody>
                  <a:tcPr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Python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Guardrails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Azure-Native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Self-Host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Simulation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AgentForge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Lyzr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Flowise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Langflow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Dify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CrewAI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MS Copilot Studio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n8n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6172200"/>
            <a:ext cx="11274552" cy="45720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199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85FA5"/>
                </a:solidFill>
              </a:rPr>
              <a:t>AgentForge is the only platform with visual canvas + Python + guardrails + Azure-native + self-host + simulation — all six.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DELIVERY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Built to Production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651760" cy="128016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Tests passing (32/32)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737360"/>
            <a:ext cx="2651760" cy="128016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783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Core features shipped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2651760" cy="128016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API route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737360"/>
            <a:ext cx="2651760" cy="128016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1783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RBAC roles enforced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5577840" cy="3246120"/>
          </a:xfrm>
          <a:prstGeom prst="rect">
            <a:avLst/>
          </a:prstGeom>
          <a:solidFill>
            <a:srgbClr val="031025"/>
          </a:solidFill>
          <a:ln w="12700">
            <a:solidFill>
              <a:srgbClr val="22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337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99DD"/>
                </a:solidFill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/api/agents/generate  →  NL-to-agent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/api/agents/{id}/run  →  Execute agent with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17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/api/rag/ingest       →  Upload &amp; chunk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/api/simulation/run   →  Batch test runner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532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GET  /api/control-plane/stats  →  Live dashboard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89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GET  /api/control-plane/audit-logs  →  Full run history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46120"/>
            <a:ext cx="5486400" cy="3246120"/>
          </a:xfrm>
          <a:prstGeom prst="rect">
            <a:avLst/>
          </a:prstGeom>
          <a:solidFill>
            <a:srgbClr val="031025"/>
          </a:solidFill>
          <a:ln w="12700">
            <a:solidFill>
              <a:srgbClr val="22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337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99DD"/>
                </a:solidFill>
              </a:rPr>
              <a:t>SECURITY &amp;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03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No hardcoded secrets — config fails loud at startup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160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bcrypt==4.0.1 pinned for passlib compatibility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617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Postgres healthcheck before backend starts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074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SQLAlchemy 2.0 async end-to-end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532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Pydantic v2 validation at all API boundaries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asyncio_mode = auto in pytest config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99FF"/>
                </a:solidFill>
              </a:rPr>
              <a:t>LOCAL DEVELOPMENT — NO DOCKER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Run AgentForge Without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solidFill>
            <a:srgbClr val="120830"/>
          </a:solidFill>
          <a:ln w="12700">
            <a:solidFill>
              <a:srgbClr val="553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BBFF"/>
                </a:solidFill>
              </a:rPr>
              <a:t>Prerequisites:   Python 3.12+   ·   Node.js 20+   ·   PostgreSQL 16 with pgvector extension   ·   Git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1 — 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cp .env.example .env
# Fill in Azure OpenAI keys + DATABASE_URL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35808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063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2 — PostgreSQL + pgvector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1012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CREATE USER architect WITH PASSWORD 'architect';
CREATE DATABASE agentforge OWNER architect;
\c agentforge
CREATE EXTENSION IF NOT EXISTS vector;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97096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2245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3 — Python virtual env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71416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cd backend
python -m venv venv
venv\Scripts\activate          # Windows
pip install -r requirements.txt
python -m spacy download en_core_web_lg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58383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3858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4 — DB migrations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632704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alembic upgrade head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1874519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19019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5 — Start backend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14884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uvicorn app.main:app --reload --host 0.0.0.0 --port 8000
# API: http://localhost:8000
# Docs: http://localhost:8000/docs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3035808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3063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6 — Start frontend (new terminal)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31012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cd frontend
npm install
npm run dev
# App: http://localhost:5173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4197096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42245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7 — Create first admin 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471416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curl -X POST http://localhost:8000/api/auth/register \
  -H "Content-Type: application/json" \
  -d '{"email":"admin@example.com","password":"Admin1234!","role":"ADMIN"}'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5358383"/>
            <a:ext cx="5486400" cy="1078992"/>
          </a:xfrm>
          <a:prstGeom prst="rect">
            <a:avLst/>
          </a:prstGeom>
          <a:solidFill>
            <a:srgbClr val="0215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82512" y="53858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DONE — Open the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5632704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EFAC"/>
                </a:solidFill>
              </a:rPr>
              <a:t>http://localhost:5173
Log in with admin@example.com / Admin1234!
Backend Swagger: http://localhost:8000/docs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Comes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45720" cy="21488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 Azure AI Search (Vector RAG)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Replace in-memory chunks with Azure AI Search for enterprise-scale document retrieval and true semantic vector similarity.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828800"/>
            <a:ext cx="45720" cy="214884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 WebSocket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7627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Real-time token-by-token agent responses. Streaming already wired in the Azure client — frontend upgrade only.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182880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84464" y="1828800"/>
            <a:ext cx="45720" cy="21488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3.  Live Tool Credentials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17627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Connect real Slack, GitHub, and email accounts via settings panel. Move from stubs to fully-live integrations.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160520"/>
            <a:ext cx="45720" cy="2148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42519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 In-Browser Agent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50799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Test any agent in a chat window directly in the builder — no API client needed. Instant iteration loop.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416052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4160520"/>
            <a:ext cx="45720" cy="21488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42519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  Multi-Tenant Workspaces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50799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Isolated workspaces per team — separate agents, RAG indexes, audit logs, and quotas per tenant.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416052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84464" y="4160520"/>
            <a:ext cx="45720" cy="2148840"/>
          </a:xfrm>
          <a:prstGeom prst="rect">
            <a:avLst/>
          </a:prstGeom>
          <a:solidFill>
            <a:srgbClr val="AA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42519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6.  GPT-4.5 Fine-Tuning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50799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Fine-tune GPT-4.5 deployments on domain-specific data directly from the AgentForge knowledge base UI.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3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CCAA"/>
                </a:solidFill>
              </a:rPr>
              <a:t>DEPLOY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Up and Running in 3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0515600" cy="1005840"/>
          </a:xfrm>
          <a:prstGeom prst="rect">
            <a:avLst/>
          </a:prstGeom>
          <a:solidFill>
            <a:srgbClr val="0118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CCAA"/>
                </a:solidFill>
              </a:rPr>
              <a:t>1 — CONFIGURE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cp .env.example .env        # add your Azure OpenAI keys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0515600" cy="1005840"/>
          </a:xfrm>
          <a:prstGeom prst="rect">
            <a:avLst/>
          </a:prstGeom>
          <a:solidFill>
            <a:srgbClr val="0118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1363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CCAA"/>
                </a:solidFill>
              </a:rPr>
              <a:t>2 — 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docker-compose up --build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97680"/>
            <a:ext cx="10515600" cy="1005840"/>
          </a:xfrm>
          <a:prstGeom prst="rect">
            <a:avLst/>
          </a:prstGeom>
          <a:solidFill>
            <a:srgbClr val="0118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325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CCAA"/>
                </a:solidFill>
              </a:rPr>
              <a:t>3 —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http://localhost:5173         # frontend   |   :8000/docs  →  API explorer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77840"/>
            <a:ext cx="11274552" cy="18288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5715000"/>
            <a:ext cx="3657600" cy="384048"/>
          </a:xfrm>
          <a:prstGeom prst="rect">
            <a:avLst/>
          </a:prstGeom>
          <a:solidFill>
            <a:srgbClr val="02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6EE7B7"/>
                </a:solidFill>
              </a:rPr>
              <a:t>Project:  C:\Users\n.sureshmanikandan\Repo1\AgentForge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5715000"/>
            <a:ext cx="3657600" cy="384048"/>
          </a:xfrm>
          <a:prstGeom prst="rect">
            <a:avLst/>
          </a:prstGeom>
          <a:solidFill>
            <a:srgbClr val="02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6EE7B7"/>
                </a:solidFill>
              </a:rPr>
              <a:t>Commit:  8afe67d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5715000"/>
            <a:ext cx="3657600" cy="384048"/>
          </a:xfrm>
          <a:prstGeom prst="rect">
            <a:avLst/>
          </a:prstGeom>
          <a:solidFill>
            <a:srgbClr val="02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86EFAC"/>
                </a:solidFill>
              </a:rPr>
              <a:t>Tests:  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1875</Words>
  <Application>Microsoft Office PowerPoint</Application>
  <PresentationFormat>Custom</PresentationFormat>
  <Paragraphs>332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Natarajan, Suresh Manikandan</cp:lastModifiedBy>
  <cp:revision>4</cp:revision>
  <dcterms:created xsi:type="dcterms:W3CDTF">2013-01-27T09:14:16Z</dcterms:created>
  <dcterms:modified xsi:type="dcterms:W3CDTF">2026-07-10T12:46:46Z</dcterms:modified>
  <cp:category/>
</cp:coreProperties>
</file>