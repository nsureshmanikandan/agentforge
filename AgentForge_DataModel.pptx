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4B5FD"/>
                </a:solidFill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ERwin Data Model  |  Enterprise AI Agent Builder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880360"/>
            <a:ext cx="7589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PostgreSQL  +  SQLAlchemy ORM  +  pgvector  +  Azure OpenAI GPT-4o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2011680" cy="411480"/>
          </a:xfrm>
          <a:prstGeom prst="rect">
            <a:avLst/>
          </a:prstGeom>
          <a:solidFill>
            <a:srgbClr val="4C1D9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7 Entities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566160"/>
            <a:ext cx="2011680" cy="41148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6 FK Relations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3566160"/>
            <a:ext cx="2011680" cy="411480"/>
          </a:xfrm>
          <a:prstGeom prst="rect">
            <a:avLst/>
          </a:prstGeom>
          <a:solidFill>
            <a:srgbClr val="134E4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3 User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3566160"/>
            <a:ext cx="2011680" cy="411480"/>
          </a:xfrm>
          <a:prstGeom prst="rect">
            <a:avLst/>
          </a:prstGeom>
          <a:solidFill>
            <a:srgbClr val="14532D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RAG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3566160"/>
            <a:ext cx="2011680" cy="411480"/>
          </a:xfrm>
          <a:prstGeom prst="rect">
            <a:avLst/>
          </a:prstGeom>
          <a:solidFill>
            <a:srgbClr val="43140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n.sureshmanikandan@accenture.com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ERwin Data Model — AgentForge Platform (All 7 Entities)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2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530352"/>
            <a:ext cx="265176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530352"/>
            <a:ext cx="2651760" cy="26974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800100"/>
            <a:ext cx="265176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9539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9539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hashed_password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9539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full_name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9539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4592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9539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is_active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99539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592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9539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30352"/>
            <a:ext cx="2651760" cy="2432304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530352"/>
            <a:ext cx="265176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800100"/>
            <a:ext cx="265176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6324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6324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927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818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6324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927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818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6324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6324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927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9818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06324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927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system_prompt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9818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6324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6324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9818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63240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0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19272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98187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63240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063240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9272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8187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2176272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63240" y="217627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21945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9272" y="219456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98187" y="219456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63240" y="237286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063240" y="237286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23911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9272" y="239115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current_version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8187" y="239115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63240" y="256946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063240" y="256946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0" y="25877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9272" y="258775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8187" y="258775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063240" y="276606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063240" y="276606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08960" y="27843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19272" y="278434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98187" y="278434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530352"/>
            <a:ext cx="2651760" cy="1252728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89320" y="530352"/>
            <a:ext cx="265176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8076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989320" y="800100"/>
            <a:ext cx="265176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8932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932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3504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4535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426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8932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98932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3504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4535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2426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8932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98932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03504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4535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426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8932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98932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03504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4535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2426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98932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8932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03504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4535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2426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4592" y="3566160"/>
            <a:ext cx="2651760" cy="1842516"/>
          </a:xfrm>
          <a:prstGeom prst="rect">
            <a:avLst/>
          </a:prstGeom>
          <a:solidFill>
            <a:srgbClr val="1E2130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64592" y="3566160"/>
            <a:ext cx="2651760" cy="2697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6032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64592" y="3835908"/>
            <a:ext cx="26517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64592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64592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10312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0624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99539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64592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10312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20624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99539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64592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10312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0624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99539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64592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10312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0624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99539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4592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64592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0312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20624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799539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64592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10312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0624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799539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4592" y="5015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64592" y="5015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10312" y="5033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20624" y="5033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799539" y="5033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5212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64592" y="5212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10312" y="5230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20624" y="5230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99539" y="5230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063240" y="3566160"/>
            <a:ext cx="2651760" cy="1449324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063240" y="3566160"/>
            <a:ext cx="265176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154680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063240" y="3835908"/>
            <a:ext cx="265176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063240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063240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108960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19272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98187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063240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063240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108960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19272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98187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063240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063240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108960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319272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698187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063240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063240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108960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19272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98187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063240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063240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108960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19272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698187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063240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063240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108960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319272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698187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989320" y="3566160"/>
            <a:ext cx="265176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989320" y="3566160"/>
            <a:ext cx="265176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080760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989320" y="3835908"/>
            <a:ext cx="265176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989320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89320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035040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245352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24267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989320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989320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035040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245352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kb_id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624267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knowledge_bases.id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89320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989320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035040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245352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filename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624267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989320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989320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035040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245352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624267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989320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89320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035040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245352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chunk_count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624267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989320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89320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035040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245352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624267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89320" y="5015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989320" y="5015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035040" y="5033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245352" y="5033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624267" y="5033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006840" y="530352"/>
            <a:ext cx="2651760" cy="2235708"/>
          </a:xfrm>
          <a:prstGeom prst="rect">
            <a:avLst/>
          </a:prstGeom>
          <a:solidFill>
            <a:srgbClr val="1E2130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006840" y="530352"/>
            <a:ext cx="2651760" cy="269748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09828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006840" y="800100"/>
            <a:ext cx="265176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0684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00684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05256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26287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64178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00684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00684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05256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26287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user_id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64178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900684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00684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05256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26287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64178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00684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00684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05256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26287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resource_type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64178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900684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00684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05256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926287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resource_id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64178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006840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006840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052560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262872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0641787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9006840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006840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052560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262872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output_snapshot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641787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006840" y="2176272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006840" y="217627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052560" y="21945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9262872" y="219456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0641787" y="219456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006840" y="237286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006840" y="237286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052560" y="23911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262872" y="239115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latency_ms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41787" y="239115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9006840" y="256946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9006840" y="256946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9052560" y="25877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9262872" y="258775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641787" y="258775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303" name="Connector 302"/>
          <p:cNvCxnSpPr/>
          <p:nvPr/>
        </p:nvCxnSpPr>
        <p:spPr>
          <a:xfrm>
            <a:off x="2816352" y="1435608.0"/>
            <a:ext cx="123444.0" cy="0.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2939796.0" y="1435608.0"/>
            <a:ext cx="0.0" cy="432511.2000000002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2939796.0" y="1868119.2000000002"/>
            <a:ext cx="123444.0" cy="0.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Rectangle 305"/>
          <p:cNvSpPr/>
          <p:nvPr/>
        </p:nvSpPr>
        <p:spPr>
          <a:xfrm>
            <a:off x="3026664" y="1831543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2985516" y="158698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5715000" y="1868119.2000000002"/>
            <a:ext cx="137160.0" cy="0.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852160.0" y="1219352.4"/>
            <a:ext cx="0.0" cy="648766.8000000003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5852160.0" y="1219352.4"/>
            <a:ext cx="137160.0" cy="0.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/>
          <p:cNvSpPr/>
          <p:nvPr/>
        </p:nvSpPr>
        <p:spPr>
          <a:xfrm>
            <a:off x="5952744" y="1182776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5897880" y="14464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1225296.0" y="2176272"/>
            <a:ext cx="0.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225296.0" y="2176272"/>
            <a:ext cx="0.0" cy="1389888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225296.0" y="3566160"/>
            <a:ext cx="0.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Rectangle 315"/>
          <p:cNvSpPr/>
          <p:nvPr/>
        </p:nvSpPr>
        <p:spPr>
          <a:xfrm>
            <a:off x="1188720" y="3529584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271016" y="26627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2020823.9999999998" y="2176272"/>
            <a:ext cx="918972.0000000002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2939796.0" y="2176272"/>
            <a:ext cx="0.0" cy="1389888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2939796.0" y="3566160"/>
            <a:ext cx="918972.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3822192" y="3529584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2985516" y="26627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4389120.0" y="2962656"/>
            <a:ext cx="132588.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4521708.0" y="2962656"/>
            <a:ext cx="0.0" cy="603504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4521708.0" y="3566160"/>
            <a:ext cx="132588.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Rectangle 325"/>
          <p:cNvSpPr/>
          <p:nvPr/>
        </p:nvSpPr>
        <p:spPr>
          <a:xfrm>
            <a:off x="4617720" y="3529584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4567428" y="317388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5715000" y="4290822.0"/>
            <a:ext cx="137160.0" cy="0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852160.0" y="4290822.0"/>
            <a:ext cx="0.0" cy="98298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5852160.0" y="4389120.0"/>
            <a:ext cx="137160.0" cy="0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5952744" y="4352544"/>
            <a:ext cx="73152" cy="7315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5897880" y="432522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6EFAC"/>
                </a:solidFill>
              </a:rPr>
              <a:t>1:N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2816352" y="941832.0"/>
            <a:ext cx="3095244.0" cy="0.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5911596.0" y="941832.0"/>
            <a:ext cx="0.0" cy="147447.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5911596.0" y="1089279.0"/>
            <a:ext cx="3095244.0" cy="0.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Rectangle 335"/>
          <p:cNvSpPr/>
          <p:nvPr/>
        </p:nvSpPr>
        <p:spPr>
          <a:xfrm>
            <a:off x="8970264" y="1052703"/>
            <a:ext cx="73152" cy="7315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5957316" y="99343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ED7AA"/>
                </a:solidFill>
              </a:rPr>
              <a:t>1:N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006840" y="4617720"/>
            <a:ext cx="3017520" cy="192024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91440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LEGEND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9144000" y="5001768"/>
            <a:ext cx="3657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9262872" y="49834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Primary Key (UUID)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9144000" y="5202936"/>
            <a:ext cx="36576" cy="1280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9262872" y="518464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Foreign Key reference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9144000" y="5404104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9262872" y="53858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One-to-Many cardinality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144000" y="5605272"/>
            <a:ext cx="36576" cy="12801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9262872" y="55869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Auth / User domain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9144000" y="5806440"/>
            <a:ext cx="36576" cy="1280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9262872" y="5788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Agent / Version domain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9144000" y="6007608"/>
            <a:ext cx="36576" cy="12801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9262872" y="5989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Workflow / RAG domain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144000" y="6208776"/>
            <a:ext cx="36576" cy="128016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9262872" y="61904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Audit /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ERD Detail — Auth &amp; Agent Core (users, agents, agent_versions)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3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347472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3474720" cy="26974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347472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720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720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hashed_password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720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full_name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720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720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is_active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20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720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548640"/>
            <a:ext cx="3474720" cy="2432304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06240" y="548640"/>
            <a:ext cx="347472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818388"/>
            <a:ext cx="34747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6227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912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5196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227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912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227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912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196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227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system_prompt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912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624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5196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912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0624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5196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227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912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4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0624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5196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6227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912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2194560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06240" y="219456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5196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62272" y="221284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9126" y="221284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2391156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206240" y="239115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51960" y="240944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62272" y="240944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current_version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9126" y="240944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06240" y="2587752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06240" y="258775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51960" y="260604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62272" y="260604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9126" y="260604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278434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06240" y="278434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51960" y="280263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62272" y="280263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9126" y="280263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38160" y="548640"/>
            <a:ext cx="3474720" cy="1252728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138160" y="548640"/>
            <a:ext cx="347472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2960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38160" y="818388"/>
            <a:ext cx="34747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3816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3816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8388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9419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0104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3816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3816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8388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9419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0104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3816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13816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8388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9419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0104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13816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8388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9419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0104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3816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13816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8388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39419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0104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749040" y="1453896.0"/>
            <a:ext cx="228600.0" cy="0.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977640.0" y="1453896.0"/>
            <a:ext cx="0.0" cy="432511.2000000002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977640.0" y="1886407.2000000002"/>
            <a:ext cx="228600.0" cy="0.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4169664" y="1849831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023360" y="160527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7680960" y="1886407.2000000002"/>
            <a:ext cx="228600.0" cy="0.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909560.0" y="1237640.4"/>
            <a:ext cx="0.0" cy="648766.8000000003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909560.0" y="1237640.4"/>
            <a:ext cx="228600.0" cy="0.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8101584" y="1201064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955280" y="14647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5029200"/>
            <a:ext cx="1161288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Entity Notes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539496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users.role is a PostgreSQL ENUM — values: admin | developer | viewer. Enforced at JWT decode and API middleware.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" y="56144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agents.tools is a JSON array of tool name strings (email, slack, github, web_search, calculator) — extensible without schema migrations.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58338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agents.guardrails is JSON: {"pii": true, "hallucination": true, "max_tokens": 2048} — drives GuardrailsEngine at runtime.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605332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agent_versions.snapshot stores a frozen JSON copy of the full agent config — enables exact point-in-time rollback.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627278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All PKs are UUID (uuid4) generated in Python — portable across environments, no DB sequence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</a:rPr>
              <a:t>ERD Detail — Workflows &amp; RAG Pipeline (workflows, knowledge_bases, documents)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4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3474720" cy="1842516"/>
          </a:xfrm>
          <a:prstGeom prst="rect">
            <a:avLst/>
          </a:prstGeom>
          <a:solidFill>
            <a:srgbClr val="1E2130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3474720" cy="2697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347472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720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720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720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720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720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20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720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94560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19456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21284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7206" y="221284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548640"/>
            <a:ext cx="3474720" cy="1449324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06240" y="548640"/>
            <a:ext cx="347472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81838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624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5196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227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912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227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912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196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227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912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624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5196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912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0624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5196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227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912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4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0624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5196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6227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912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8160" y="548640"/>
            <a:ext cx="347472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138160" y="548640"/>
            <a:ext cx="347472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60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81838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13816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3816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8388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9419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0104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3816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3816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8388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9419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kb_id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0104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knowledge_bases.id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13816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8388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9419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filename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0104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6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13816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8388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9419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0104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3816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3816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8388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9419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chunk_count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0104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3816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3816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8388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9419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0104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3816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13816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8388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9419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0104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80960" y="1273302.0"/>
            <a:ext cx="228600.0" cy="0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09560.0" y="1273302.0"/>
            <a:ext cx="0.0" cy="98298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909560.0" y="1371600.0"/>
            <a:ext cx="228600.0" cy="0.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8101584" y="1335024"/>
            <a:ext cx="73152" cy="7315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955280" y="130770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6EFAC"/>
                </a:solidFill>
              </a:rPr>
              <a:t>1:N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RAG Ingestion &amp; Query Pipeline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9184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Upload
Document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29968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12848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67712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</a:rPr>
              <a:t>LangChain
Splitter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68496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151376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206240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Embeddings
(GPT)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07024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9904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144768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ED"/>
                </a:solidFill>
              </a:rPr>
              <a:t>Azure AI
Search / pgvector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845552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28432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083296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</a:rPr>
              <a:t>Semantic
Retrieval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84080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966960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021824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GPT-4o
Answer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4320" y="5074920"/>
            <a:ext cx="11612880" cy="146304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51663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RAG &amp; Workflow Notes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541324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workflows.nodes &amp; edges store ReactFlow JSON arrays — the full visual canvas is serialised into a single PostgreSQL column.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56327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knowledge_bases.agent_id is NULLABLE — a KB can be standalone (shared) or bound to a single agent.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200" y="585216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documents.status lifecycle: processing (ingestion started) -&gt; ready (chunks indexed) -&gt; failed (error).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" y="60716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Document chunks are embedded and written to Azure AI Search index; pgvector is the fallback for local dev.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62910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RAGEngine._retrieve() performs keyword scoring locally; in production replace with AzureSearchClient vector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D7AA"/>
                </a:solidFill>
              </a:rPr>
              <a:t>ERD Detail — Audit Logs &amp; Complete FK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5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4572000" cy="2235708"/>
          </a:xfrm>
          <a:prstGeom prst="rect">
            <a:avLst/>
          </a:prstGeom>
          <a:solidFill>
            <a:srgbClr val="1E2130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4572000" cy="269748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446227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4572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836676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user_id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1033272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1229868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1426464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1623060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" y="1819656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output_snapshot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2" y="2016252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94560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194560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212848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2" y="2212848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391156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2391156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240944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2409444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latency_ms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2409444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587752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2587752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260604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2606040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07792" y="2606040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548640"/>
            <a:ext cx="6675120" cy="347472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2080" y="548640"/>
            <a:ext cx="6675120" cy="29260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9240" y="5852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Complete Foreign-Key Reference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914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FK Column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9144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References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9144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Card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1170432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1207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agents.created_by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12070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1207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1499616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924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workflows.created_by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1536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15361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12080" y="1828800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49240" y="18653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knowledge_bases.created_by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18653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186537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12080" y="2157984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924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audit_logs.user_id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1812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21945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2487168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49240" y="2523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agent_versions.agent_id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8120" y="25237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agents.id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252374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2816352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49240" y="28529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knowledge_bases.agent_id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18120" y="28529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agents.id (NULL OK)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49840" y="28529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12080" y="3145536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49240" y="31821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documents.kb_id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8120" y="318211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knowledge_bases.id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31821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754880"/>
            <a:ext cx="11612880" cy="178308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Audit Log Design Notes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1206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audit_logs.user_id is NULLABLE — system/background actions (e.g. scheduled tasks) log with NULL user_id.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53400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Every agents/{id}/run call appends one audit_logs row — full traceability: input, output, guardrail, latency.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555955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guardrail_triggered = TRUE flags rows where Presidio detected PII or hallucination phrases were found.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577900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resource_type + resource_id together form a polymorphic reference ("agent","wf-123") — no ENUM constraint needed.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599846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The /control-plane/stats endpoint aggregates this table live: total_runs, avg_latency_ms, guardrail_count.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21792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Recommended index: (resource_type, resource_id, created_at DESC) for per-agent log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Dictionary — Column Reference (Key Columns)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6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30352"/>
            <a:ext cx="11612880" cy="274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54864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54864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548640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229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877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877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877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77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admin | developer | viewer  — enforced at JWT decode &amp; FastAPI Depends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801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335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335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1335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335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List of tool names: [email, slack, github, web_search, calculator]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373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7922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1792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1792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922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{"pii": bool, "hallucination": bool, "max_tokens": int}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2494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2249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2249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2494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frozen agent config at save time — enables rollback to any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517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7066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27066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2706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27066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node objects: {id, type, position, data} per canvas node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089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163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3163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3163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163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edge objects: {id, source, target} — directed graph edges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661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621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3621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621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621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NULLABLE FK — NULL = standalone KB shared across agents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233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0782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4078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4078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0782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processing | ready | failed — drives upload progress UI indicator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4805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5354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4535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45354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Raw extracted text; chunks indexed in Azure AI Search / pgvector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9926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9926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54680" y="4992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49926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Dot-notation: 'agent.run', 'agent.update', 'kb.upload'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949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449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19" y="5449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4680" y="5449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5449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request payload at call time — persisted for compliance &amp; replay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8521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5907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19" y="5907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4680" y="5907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5907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TRUE if PII redacted OR hallucination phrase detected in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Summary — All Entities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All 7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91440" cy="6035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23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9235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 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95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Auth / RBAC — 3 roles (admin, developer, viewer)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45336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45336"/>
            <a:ext cx="91440" cy="6035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00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11 cols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56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Core entity — GPT-4o config, tools, guardrails, versioning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21992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21992"/>
            <a:ext cx="91440" cy="6035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76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2768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5 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32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Immutable snapshots — full config rollback capability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98648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898648"/>
            <a:ext cx="91440" cy="6035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53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953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8 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095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canvas state — nodes + edges stored as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75304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575304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301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630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 cols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RAG container — optional agent binding, standalone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51960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06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306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 cols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62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Uploaded files — tracking status, content, chunk 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928616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928616"/>
            <a:ext cx="91440" cy="6035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10 cols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395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observability — every run, latency, guardrail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66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Implementation Roadmap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868680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9144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9144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Project Bootstrap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1143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FastAPI + Docker + React scaffold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490472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15361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15361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DB Models + Auth + RBAC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17647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SQLAlchemy ORM + JWT + Alembic migrations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112264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21579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15798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Azure OpenAI + NL Generator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238658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GPT-4o wrapper + Prompt-to-Agent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734056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277977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97316"/>
                </a:solidFill>
              </a:rPr>
              <a:t>Phase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277977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Guardrails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300837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Presidio PII + hallucination detection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355848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34015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Phase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340156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Multi-Agent Orchestrator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36301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Manager/worker pattern + streaming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977640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4023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Phase 6-8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40233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Agents API + RAG + Simulation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4251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CRUD, KB upload, batch test runner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599432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46451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Phase 9-10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46451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Tool Registry + Control Plane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48737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Tool definitions + audit logs + stats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5221224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526694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Phase 11-12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526694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React UI + Docker + Wiring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7648" y="54955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Canvas, Dashboard, full stack deploy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AgentForge  |  ERwin Data Model  |  n.sureshmanikandan@accenture.com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